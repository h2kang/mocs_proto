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75" r:id="rId3"/>
    <p:sldId id="272" r:id="rId4"/>
    <p:sldId id="273" r:id="rId5"/>
    <p:sldId id="274" r:id="rId6"/>
    <p:sldId id="260" r:id="rId7"/>
    <p:sldId id="269" r:id="rId8"/>
    <p:sldId id="276" r:id="rId9"/>
    <p:sldId id="277" r:id="rId10"/>
    <p:sldId id="25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FF09"/>
    <a:srgbClr val="70AD47"/>
    <a:srgbClr val="C0C0C0"/>
    <a:srgbClr val="2F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9CC5E0-DB2D-451B-A074-760A4402C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0F337F-9CC6-469B-8CCF-AEF755659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DCEE3-4DEA-45D9-BA22-F9A245EF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31CA46-2FAA-4976-AF1C-4D912076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870E0B-712B-4ABD-B1C2-218EBA05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83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FB592-866D-4D55-AFC2-4FC799A4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32D86-B91D-4881-9CDE-774F3261A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74A878-57D2-400E-A26E-2DDB974F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224FF-C78D-43A4-A2A8-025072F2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7070BA-2F42-4A31-8AFB-D34E73F8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04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9D1BB-81B8-42FA-B922-A6B17188D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8D2A8B-3EF2-421B-8392-A91BF78A7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E240FE-40FA-4A98-AAA2-D4459077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D7289-A6D0-475F-A995-810366FC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35C75B-F5A4-415B-B05D-B2D066BE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655A-B72C-4763-94D2-2EC76F24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21A96-7255-4E6F-A5DE-95A6EF074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8A7B09-2E6C-427C-9521-C2F8224F4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75F417-EFC6-4656-ADBE-9CCDEF0A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FA8BCB-2292-4AF6-A447-FF155C52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15640A-4806-4B7A-A84A-126CCB74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54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376C6-50DF-493A-A9F2-861AB6EE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8DCFA2-7168-4631-9745-544B833E1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18A4C9-3F79-4266-A1E1-C20D59D6E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2F6B7E-FAB8-49EC-AD66-ED5D0ADBD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10BDF0-E880-4735-BD19-9E72BE204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C596FB-AB93-40BA-BFE6-FBF281534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BC3A55-3F9A-40B4-9AB9-33663915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116A6D-DC8D-4DB8-A533-B179E226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21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948BB-584C-46D9-A940-2432B304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80B1EC-F074-4719-A5A3-46BFFFE2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701457-144B-4AD0-8B07-B72F366C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9A17A1-B128-4633-8E2E-591D92C8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66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3ED5A1-0B20-451C-97E8-940543CD7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8961DF-FA3D-416B-9AF6-179AD108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9FA0C9-8543-412B-BAA7-4B55697E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457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C13F2-31AD-4163-A17A-B4AF8A9A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E60607-F31B-4F6B-B8DC-F0D938988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2CE46-F0C2-4022-8E14-6D14604E3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74C213-159B-4E65-ACC1-F1CD49FF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154F7E-DAB2-46ED-8829-1171F6CE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B73896-9DE1-4344-B07B-BDEC6E3C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50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22E21-3BF8-46DD-B8C4-F21E73EDF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53B08E-92BD-44F9-968E-4D852075F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07DD55-2426-4E14-93EA-2EBEC402E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B23E27-C7C1-416C-83C4-B4D199EB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8B268-43A3-437D-B279-1C209C43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E115A7-225A-4255-A844-997B2D60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18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42D4C-1A6D-47DC-B9DB-679B4BB7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90CE36-C850-45A5-B5FF-978D89451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732FF5-AC60-47CD-B96E-CF864DE61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50F91F-22F2-4AC4-B224-F0B7B5854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2B1FAC-5641-4763-8C54-D8B4E79F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07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B0D60C-4D33-415F-AA24-D6AA9F47CA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FEF666-D2EF-4D18-BE79-6AB2814B1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FA6CF3-05E2-457B-BE99-E070E022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0AD450-1117-4B60-8C57-06CC363D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7ADA3D-3944-49F4-A265-AA9E3BF0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09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3DCDF3-8589-481C-8430-2669DA53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34D373-39AC-4ADB-A50F-DAC798B5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8BBAF-00C4-4838-91D5-A98E4732D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4EBA0-538E-47B3-ADB9-C013E1CFC2E0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81C091-50A5-4A8F-B57F-531E8F473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092EAA-39CE-49D8-ACCD-2E59C5B61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84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1646196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965335"/>
            <a:ext cx="3311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</a:p>
          <a:p>
            <a:r>
              <a:rPr lang="en-US" altLang="ko-KR" dirty="0"/>
              <a:t>      (</a:t>
            </a:r>
            <a:r>
              <a:rPr lang="ko-KR" altLang="en-US" dirty="0"/>
              <a:t>메인 화면</a:t>
            </a:r>
            <a:r>
              <a:rPr lang="en-US" altLang="ko-KR" dirty="0"/>
              <a:t>)   </a:t>
            </a:r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E006E1B2-A935-4733-A1B2-AA463B0712F0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" t="3815" r="868" b="1209"/>
          <a:stretch/>
        </p:blipFill>
        <p:spPr bwMode="auto">
          <a:xfrm>
            <a:off x="3415252" y="1609955"/>
            <a:ext cx="8622630" cy="50694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3A4891-F569-4F7D-B4BF-D434C07F0C3B}"/>
              </a:ext>
            </a:extLst>
          </p:cNvPr>
          <p:cNvSpPr/>
          <p:nvPr/>
        </p:nvSpPr>
        <p:spPr>
          <a:xfrm>
            <a:off x="8789068" y="3543300"/>
            <a:ext cx="511343" cy="1624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0A955F2-291B-488B-AAFB-96E40E3745EA}"/>
              </a:ext>
            </a:extLst>
          </p:cNvPr>
          <p:cNvSpPr/>
          <p:nvPr/>
        </p:nvSpPr>
        <p:spPr>
          <a:xfrm>
            <a:off x="8989596" y="4878806"/>
            <a:ext cx="558140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CB6E0CB-FBE9-4FEF-B13E-5DAC25E9453C}"/>
              </a:ext>
            </a:extLst>
          </p:cNvPr>
          <p:cNvSpPr/>
          <p:nvPr/>
        </p:nvSpPr>
        <p:spPr>
          <a:xfrm>
            <a:off x="8715876" y="5552574"/>
            <a:ext cx="1125956" cy="657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E859F99-C637-44DB-98F6-F0A65422F96C}"/>
              </a:ext>
            </a:extLst>
          </p:cNvPr>
          <p:cNvSpPr/>
          <p:nvPr/>
        </p:nvSpPr>
        <p:spPr>
          <a:xfrm>
            <a:off x="10806363" y="2322879"/>
            <a:ext cx="635669" cy="1106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A6D4D0-DB44-4FE1-9040-7EB9AA5420AD}"/>
              </a:ext>
            </a:extLst>
          </p:cNvPr>
          <p:cNvSpPr/>
          <p:nvPr/>
        </p:nvSpPr>
        <p:spPr>
          <a:xfrm>
            <a:off x="9957706" y="2875940"/>
            <a:ext cx="774462" cy="420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1A0FF52-BE57-4A73-AE2E-A8244336B469}"/>
              </a:ext>
            </a:extLst>
          </p:cNvPr>
          <p:cNvSpPr/>
          <p:nvPr/>
        </p:nvSpPr>
        <p:spPr>
          <a:xfrm>
            <a:off x="9868400" y="2898775"/>
            <a:ext cx="774462" cy="252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A3FC516-3268-4062-851B-00DCB4D39D30}"/>
              </a:ext>
            </a:extLst>
          </p:cNvPr>
          <p:cNvSpPr/>
          <p:nvPr/>
        </p:nvSpPr>
        <p:spPr>
          <a:xfrm>
            <a:off x="10226351" y="3134741"/>
            <a:ext cx="505817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B2D97A0-800C-489A-8E7D-AE151BCE1B86}"/>
              </a:ext>
            </a:extLst>
          </p:cNvPr>
          <p:cNvSpPr/>
          <p:nvPr/>
        </p:nvSpPr>
        <p:spPr>
          <a:xfrm>
            <a:off x="10262936" y="4079280"/>
            <a:ext cx="469232" cy="667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37E3502-7484-4B19-A825-43AA770AB00F}"/>
              </a:ext>
            </a:extLst>
          </p:cNvPr>
          <p:cNvSpPr/>
          <p:nvPr/>
        </p:nvSpPr>
        <p:spPr>
          <a:xfrm>
            <a:off x="10642862" y="5587152"/>
            <a:ext cx="774462" cy="420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F258585-0569-4B56-AA3B-7CCAC7DDBB5A}"/>
              </a:ext>
            </a:extLst>
          </p:cNvPr>
          <p:cNvSpPr/>
          <p:nvPr/>
        </p:nvSpPr>
        <p:spPr>
          <a:xfrm>
            <a:off x="10262936" y="4796308"/>
            <a:ext cx="54143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9EF3D9E-53F1-48D6-8BDF-D12844A7E80F}"/>
              </a:ext>
            </a:extLst>
          </p:cNvPr>
          <p:cNvSpPr/>
          <p:nvPr/>
        </p:nvSpPr>
        <p:spPr>
          <a:xfrm rot="5400000">
            <a:off x="10913555" y="3551089"/>
            <a:ext cx="420712" cy="6356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B3D4A1E-E2EB-4A7C-BCEE-AC61AF93531B}"/>
              </a:ext>
            </a:extLst>
          </p:cNvPr>
          <p:cNvSpPr/>
          <p:nvPr/>
        </p:nvSpPr>
        <p:spPr>
          <a:xfrm rot="5400000">
            <a:off x="11090828" y="4396009"/>
            <a:ext cx="54143" cy="61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AB9B874-6652-427B-8599-BD802AB87FE3}"/>
              </a:ext>
            </a:extLst>
          </p:cNvPr>
          <p:cNvSpPr/>
          <p:nvPr/>
        </p:nvSpPr>
        <p:spPr>
          <a:xfrm rot="10800000">
            <a:off x="11330881" y="4040308"/>
            <a:ext cx="54143" cy="7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3D2D4F1-31CA-48EE-B880-62D39441719E}"/>
              </a:ext>
            </a:extLst>
          </p:cNvPr>
          <p:cNvGrpSpPr/>
          <p:nvPr/>
        </p:nvGrpSpPr>
        <p:grpSpPr>
          <a:xfrm>
            <a:off x="9208827" y="4587856"/>
            <a:ext cx="845135" cy="325549"/>
            <a:chOff x="9112571" y="4575824"/>
            <a:chExt cx="845135" cy="325549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575AF3C-B91C-49CF-9344-19F88DF58301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C3FD8E-97E9-49CA-A69A-B402D0D00B01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A9765CD-34EE-4AFA-9808-9E5A0759DA38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99%</a:t>
              </a:r>
              <a:endParaRPr lang="ko-KR" altLang="en-US" sz="700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F8B2770-15FD-4ED2-8A16-A4B8436A8CEC}"/>
              </a:ext>
            </a:extLst>
          </p:cNvPr>
          <p:cNvGrpSpPr/>
          <p:nvPr/>
        </p:nvGrpSpPr>
        <p:grpSpPr>
          <a:xfrm>
            <a:off x="749968" y="2841200"/>
            <a:ext cx="845135" cy="325549"/>
            <a:chOff x="9112571" y="4575824"/>
            <a:chExt cx="845135" cy="325549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4CEA1C39-FDB4-4346-9E43-B08BCE397877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DA76D6D-3ED2-44AD-900F-A889152F2330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FB73974-29A7-443B-A852-B2C52FB07B2C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99%</a:t>
              </a:r>
              <a:endParaRPr lang="ko-KR" altLang="en-US" sz="700" dirty="0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268B12A5-EE51-4AB0-AAA3-6539F3B1B23D}"/>
              </a:ext>
            </a:extLst>
          </p:cNvPr>
          <p:cNvGrpSpPr/>
          <p:nvPr/>
        </p:nvGrpSpPr>
        <p:grpSpPr>
          <a:xfrm>
            <a:off x="749968" y="3473295"/>
            <a:ext cx="845135" cy="325549"/>
            <a:chOff x="9112571" y="4575824"/>
            <a:chExt cx="845135" cy="325549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0D5BE25-3A71-46A1-85A1-91ADEAA4BCA4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0AE2905-1F62-4772-8413-E72FE0E2DD57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30%</a:t>
              </a:r>
              <a:endParaRPr lang="ko-KR" altLang="en-US" sz="7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406BFD1-D59C-4E51-89A5-9DCFC18DA6DD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53E6788-9CD6-4E88-A383-730882833670}"/>
              </a:ext>
            </a:extLst>
          </p:cNvPr>
          <p:cNvGrpSpPr/>
          <p:nvPr/>
        </p:nvGrpSpPr>
        <p:grpSpPr>
          <a:xfrm>
            <a:off x="1991935" y="2825373"/>
            <a:ext cx="845135" cy="325549"/>
            <a:chOff x="9112571" y="4575824"/>
            <a:chExt cx="845135" cy="325549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BEFB5D9-399E-42A3-AB18-B9DCD90C26F2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F2CC67-015A-4311-9061-CEDC45E2557B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5%</a:t>
              </a:r>
              <a:endParaRPr lang="ko-KR" altLang="en-US" sz="7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07EAD45-C06C-4D0D-BB88-E707ABF96931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BC692C22-7A39-4DCB-8B86-866885D5A99D}"/>
              </a:ext>
            </a:extLst>
          </p:cNvPr>
          <p:cNvGrpSpPr/>
          <p:nvPr/>
        </p:nvGrpSpPr>
        <p:grpSpPr>
          <a:xfrm>
            <a:off x="1998427" y="3465091"/>
            <a:ext cx="845135" cy="325549"/>
            <a:chOff x="9112571" y="4575824"/>
            <a:chExt cx="845135" cy="325549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903C670-2371-4D82-84D2-5C45D8707206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6E2DABD-70A8-4FA2-87BE-E1AAEDFF0B53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0%</a:t>
              </a:r>
              <a:endParaRPr lang="ko-KR" altLang="en-US" sz="7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CB6299A-D34B-40E4-B6A2-DF1D3746E288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985A161-8619-4CF4-B196-C56F519700D1}"/>
              </a:ext>
            </a:extLst>
          </p:cNvPr>
          <p:cNvSpPr/>
          <p:nvPr/>
        </p:nvSpPr>
        <p:spPr>
          <a:xfrm>
            <a:off x="9131968" y="4493795"/>
            <a:ext cx="1074246" cy="589638"/>
          </a:xfrm>
          <a:prstGeom prst="rect">
            <a:avLst/>
          </a:prstGeom>
          <a:noFill/>
          <a:ln w="38100">
            <a:solidFill>
              <a:srgbClr val="A7FF0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6DFDEB-430C-4FC1-935F-0B921DE78D55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939FC4-7D0F-40EE-BCE2-8852CA79B232}"/>
              </a:ext>
            </a:extLst>
          </p:cNvPr>
          <p:cNvSpPr/>
          <p:nvPr/>
        </p:nvSpPr>
        <p:spPr>
          <a:xfrm>
            <a:off x="687471" y="2744765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0B196AB-7B09-4F5B-9CD6-7DF9B6A52A49}"/>
              </a:ext>
            </a:extLst>
          </p:cNvPr>
          <p:cNvSpPr/>
          <p:nvPr/>
        </p:nvSpPr>
        <p:spPr>
          <a:xfrm>
            <a:off x="1933266" y="3374610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D97EC02-F7A3-41C6-B52C-17C7C61DC157}"/>
              </a:ext>
            </a:extLst>
          </p:cNvPr>
          <p:cNvSpPr/>
          <p:nvPr/>
        </p:nvSpPr>
        <p:spPr>
          <a:xfrm>
            <a:off x="1930189" y="2722824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DC9990B-874E-477A-9CC9-9BFD9E6A0C0C}"/>
              </a:ext>
            </a:extLst>
          </p:cNvPr>
          <p:cNvSpPr/>
          <p:nvPr/>
        </p:nvSpPr>
        <p:spPr>
          <a:xfrm>
            <a:off x="697757" y="3386024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730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31B24B-AB25-4AE3-8E13-D438BD00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" y="0"/>
            <a:ext cx="3679194" cy="2410901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BE93950-14C6-496B-85E5-0B22A32DB800}"/>
              </a:ext>
            </a:extLst>
          </p:cNvPr>
          <p:cNvGrpSpPr/>
          <p:nvPr/>
        </p:nvGrpSpPr>
        <p:grpSpPr>
          <a:xfrm>
            <a:off x="3835730" y="1710045"/>
            <a:ext cx="8181209" cy="4963887"/>
            <a:chOff x="3835730" y="1710045"/>
            <a:chExt cx="8181209" cy="496388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1A60D81-BF4D-490A-9D8E-215299446AA8}"/>
                </a:ext>
              </a:extLst>
            </p:cNvPr>
            <p:cNvSpPr/>
            <p:nvPr/>
          </p:nvSpPr>
          <p:spPr>
            <a:xfrm>
              <a:off x="3835730" y="1710045"/>
              <a:ext cx="8181209" cy="4963887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39CAFD9-679F-4F11-BF0D-9A18C33C6E70}"/>
                </a:ext>
              </a:extLst>
            </p:cNvPr>
            <p:cNvSpPr/>
            <p:nvPr/>
          </p:nvSpPr>
          <p:spPr>
            <a:xfrm>
              <a:off x="3919846" y="2164086"/>
              <a:ext cx="8012976" cy="445814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7C47FE-6BCC-4D48-AF77-C9A84CCAB485}"/>
                </a:ext>
              </a:extLst>
            </p:cNvPr>
            <p:cNvSpPr txBox="1"/>
            <p:nvPr/>
          </p:nvSpPr>
          <p:spPr>
            <a:xfrm>
              <a:off x="4939690" y="1763976"/>
              <a:ext cx="5973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MOCS Time Counter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69C1A93-9589-4211-9C92-C2E61AC001C3}"/>
              </a:ext>
            </a:extLst>
          </p:cNvPr>
          <p:cNvSpPr txBox="1"/>
          <p:nvPr/>
        </p:nvSpPr>
        <p:spPr>
          <a:xfrm>
            <a:off x="7713027" y="3364152"/>
            <a:ext cx="20856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downstream catalyst every 8,000 hours</a:t>
            </a:r>
            <a:endParaRPr lang="ko-KR" altLang="en-US" sz="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6374A7-99BB-40C4-955F-95234D3D2F17}"/>
              </a:ext>
            </a:extLst>
          </p:cNvPr>
          <p:cNvSpPr txBox="1"/>
          <p:nvPr/>
        </p:nvSpPr>
        <p:spPr>
          <a:xfrm>
            <a:off x="7413541" y="4117577"/>
            <a:ext cx="24463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upstream catalyst when lifetime reaches 0%</a:t>
            </a:r>
            <a:endParaRPr lang="ko-KR" altLang="en-US" sz="600" dirty="0"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02E311D-5030-4DBB-ABE8-FDB79E1EA29C}"/>
              </a:ext>
            </a:extLst>
          </p:cNvPr>
          <p:cNvGrpSpPr/>
          <p:nvPr/>
        </p:nvGrpSpPr>
        <p:grpSpPr>
          <a:xfrm>
            <a:off x="5298540" y="2447817"/>
            <a:ext cx="4502238" cy="307777"/>
            <a:chOff x="5242956" y="2424065"/>
            <a:chExt cx="4502238" cy="3077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60188D-1412-4182-8257-DC439B5D3F1F}"/>
                </a:ext>
              </a:extLst>
            </p:cNvPr>
            <p:cNvSpPr txBox="1"/>
            <p:nvPr/>
          </p:nvSpPr>
          <p:spPr>
            <a:xfrm>
              <a:off x="5242956" y="2424065"/>
              <a:ext cx="288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MOCS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3228EBD-9E5E-4B94-BC22-BD2BCAD9F885}"/>
                </a:ext>
              </a:extLst>
            </p:cNvPr>
            <p:cNvSpPr/>
            <p:nvPr/>
          </p:nvSpPr>
          <p:spPr>
            <a:xfrm>
              <a:off x="7926781" y="2440886"/>
              <a:ext cx="1818413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12,500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FE6DE549-F21B-4B46-8F49-7A90EC6D23A9}"/>
              </a:ext>
            </a:extLst>
          </p:cNvPr>
          <p:cNvGrpSpPr/>
          <p:nvPr/>
        </p:nvGrpSpPr>
        <p:grpSpPr>
          <a:xfrm>
            <a:off x="5298539" y="4546503"/>
            <a:ext cx="4501263" cy="307777"/>
            <a:chOff x="5242956" y="4543674"/>
            <a:chExt cx="4501263" cy="3077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CCFA7D-054E-4F37-BE92-89BA663DF91E}"/>
                </a:ext>
              </a:extLst>
            </p:cNvPr>
            <p:cNvSpPr txBox="1"/>
            <p:nvPr/>
          </p:nvSpPr>
          <p:spPr>
            <a:xfrm>
              <a:off x="5242956" y="4543674"/>
              <a:ext cx="36495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F.O Supply Pump Total Operating Time</a:t>
              </a:r>
              <a:endParaRPr lang="ko-KR" altLang="en-US" sz="1400" b="1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1C23874-8D59-49D2-8965-FD03462606BE}"/>
                </a:ext>
              </a:extLst>
            </p:cNvPr>
            <p:cNvSpPr/>
            <p:nvPr/>
          </p:nvSpPr>
          <p:spPr>
            <a:xfrm>
              <a:off x="7926808" y="456049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12,474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490059B8-7DFB-4C09-AC01-F08D2AD787E3}"/>
              </a:ext>
            </a:extLst>
          </p:cNvPr>
          <p:cNvGrpSpPr/>
          <p:nvPr/>
        </p:nvGrpSpPr>
        <p:grpSpPr>
          <a:xfrm>
            <a:off x="5298540" y="3147379"/>
            <a:ext cx="5244801" cy="307777"/>
            <a:chOff x="5298540" y="3094789"/>
            <a:chExt cx="5244801" cy="3077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381BD7-1663-4CA0-BF26-2296569F6466}"/>
                </a:ext>
              </a:extLst>
            </p:cNvPr>
            <p:cNvSpPr txBox="1"/>
            <p:nvPr/>
          </p:nvSpPr>
          <p:spPr>
            <a:xfrm>
              <a:off x="5298540" y="3094789"/>
              <a:ext cx="2446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 Operating Time</a:t>
              </a:r>
              <a:endParaRPr lang="ko-KR" altLang="en-US" sz="1400" b="1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CBE2689-4F7A-403E-952B-DE116145D601}"/>
                </a:ext>
              </a:extLst>
            </p:cNvPr>
            <p:cNvSpPr/>
            <p:nvPr/>
          </p:nvSpPr>
          <p:spPr>
            <a:xfrm>
              <a:off x="7982363" y="3111610"/>
              <a:ext cx="1818414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35757A7-FB37-49D7-A3A6-5F5D703349F2}"/>
                </a:ext>
              </a:extLst>
            </p:cNvPr>
            <p:cNvSpPr/>
            <p:nvPr/>
          </p:nvSpPr>
          <p:spPr>
            <a:xfrm>
              <a:off x="10027143" y="3156344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F090B1F3-FC86-43FD-8A3A-0D98377CDCDB}"/>
              </a:ext>
            </a:extLst>
          </p:cNvPr>
          <p:cNvGrpSpPr/>
          <p:nvPr/>
        </p:nvGrpSpPr>
        <p:grpSpPr>
          <a:xfrm>
            <a:off x="5298540" y="5246065"/>
            <a:ext cx="5244802" cy="307777"/>
            <a:chOff x="5298540" y="5322404"/>
            <a:chExt cx="5244802" cy="3077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95363-5C7F-414A-B567-37E3AFEF271B}"/>
                </a:ext>
              </a:extLst>
            </p:cNvPr>
            <p:cNvSpPr txBox="1"/>
            <p:nvPr/>
          </p:nvSpPr>
          <p:spPr>
            <a:xfrm>
              <a:off x="5298540" y="5322404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No.1 Pump Operating Time</a:t>
              </a:r>
              <a:endParaRPr lang="ko-KR" altLang="en-US" sz="1400" b="1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D61A75F-7920-4E12-B9A0-355E711657BA}"/>
                </a:ext>
              </a:extLst>
            </p:cNvPr>
            <p:cNvSpPr/>
            <p:nvPr/>
          </p:nvSpPr>
          <p:spPr>
            <a:xfrm>
              <a:off x="7982392" y="533922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B298DBB-BDBD-4915-98ED-FAA486494E3C}"/>
                </a:ext>
              </a:extLst>
            </p:cNvPr>
            <p:cNvSpPr/>
            <p:nvPr/>
          </p:nvSpPr>
          <p:spPr>
            <a:xfrm>
              <a:off x="10027144" y="5383959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DEFF63E6-8A0A-4490-9C73-7193E9F58EA3}"/>
              </a:ext>
            </a:extLst>
          </p:cNvPr>
          <p:cNvGrpSpPr/>
          <p:nvPr/>
        </p:nvGrpSpPr>
        <p:grpSpPr>
          <a:xfrm>
            <a:off x="5298540" y="5945625"/>
            <a:ext cx="5244802" cy="307777"/>
            <a:chOff x="5298540" y="5993128"/>
            <a:chExt cx="5244802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1A913D-7412-4635-8C51-0C3603EECDE5}"/>
                </a:ext>
              </a:extLst>
            </p:cNvPr>
            <p:cNvSpPr txBox="1"/>
            <p:nvPr/>
          </p:nvSpPr>
          <p:spPr>
            <a:xfrm>
              <a:off x="5298540" y="5993128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No.2 Pump Operating Time</a:t>
              </a:r>
              <a:endParaRPr lang="ko-KR" altLang="en-US" sz="1400" b="1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3182D-56C4-48CD-8BA0-59A83657602F}"/>
                </a:ext>
              </a:extLst>
            </p:cNvPr>
            <p:cNvSpPr/>
            <p:nvPr/>
          </p:nvSpPr>
          <p:spPr>
            <a:xfrm>
              <a:off x="7982392" y="6009949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9E3768-35E1-411D-BCDD-E974E14ACAB7}"/>
                </a:ext>
              </a:extLst>
            </p:cNvPr>
            <p:cNvSpPr/>
            <p:nvPr/>
          </p:nvSpPr>
          <p:spPr>
            <a:xfrm>
              <a:off x="10027144" y="6054683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CBCC4823-5205-44C9-897E-2E78EE4B3F7A}"/>
              </a:ext>
            </a:extLst>
          </p:cNvPr>
          <p:cNvGrpSpPr/>
          <p:nvPr/>
        </p:nvGrpSpPr>
        <p:grpSpPr>
          <a:xfrm>
            <a:off x="5298540" y="3846941"/>
            <a:ext cx="5255588" cy="307777"/>
            <a:chOff x="5298540" y="3765513"/>
            <a:chExt cx="5255588" cy="3077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32E47D-0C33-4378-9800-E425D29B289A}"/>
                </a:ext>
              </a:extLst>
            </p:cNvPr>
            <p:cNvSpPr txBox="1"/>
            <p:nvPr/>
          </p:nvSpPr>
          <p:spPr>
            <a:xfrm>
              <a:off x="5298540" y="3765513"/>
              <a:ext cx="2754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S-trap Lifetime</a:t>
              </a:r>
              <a:endParaRPr lang="ko-KR" altLang="en-US" sz="1400" b="1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CB5D3A1-8E93-42D0-AD9F-77006DBE82B6}"/>
                </a:ext>
              </a:extLst>
            </p:cNvPr>
            <p:cNvSpPr/>
            <p:nvPr/>
          </p:nvSpPr>
          <p:spPr>
            <a:xfrm>
              <a:off x="10036857" y="3827068"/>
              <a:ext cx="517271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5C6B411-7D12-4DC2-8FFD-2A86CE1838EA}"/>
                </a:ext>
              </a:extLst>
            </p:cNvPr>
            <p:cNvSpPr/>
            <p:nvPr/>
          </p:nvSpPr>
          <p:spPr>
            <a:xfrm>
              <a:off x="7659584" y="3782334"/>
              <a:ext cx="2148975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D2F91196-8663-4E96-B714-B0A418B60A5A}"/>
                </a:ext>
              </a:extLst>
            </p:cNvPr>
            <p:cNvSpPr/>
            <p:nvPr/>
          </p:nvSpPr>
          <p:spPr>
            <a:xfrm>
              <a:off x="7863326" y="3793401"/>
              <a:ext cx="1933387" cy="25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FB74CC-CB54-4097-9B62-1710E957415E}"/>
                </a:ext>
              </a:extLst>
            </p:cNvPr>
            <p:cNvSpPr txBox="1"/>
            <p:nvPr/>
          </p:nvSpPr>
          <p:spPr>
            <a:xfrm>
              <a:off x="9170423" y="3765513"/>
              <a:ext cx="651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/>
                <a:t>90%</a:t>
              </a:r>
              <a:endParaRPr lang="ko-KR" altLang="en-US" sz="1400" dirty="0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B6BE24A-8F0E-4B84-968D-A27A80680536}"/>
              </a:ext>
            </a:extLst>
          </p:cNvPr>
          <p:cNvCxnSpPr>
            <a:cxnSpLocks/>
          </p:cNvCxnSpPr>
          <p:nvPr/>
        </p:nvCxnSpPr>
        <p:spPr>
          <a:xfrm>
            <a:off x="5190334" y="2947474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34F0542-BC83-483F-93EE-CE31D71E8CC1}"/>
              </a:ext>
            </a:extLst>
          </p:cNvPr>
          <p:cNvCxnSpPr>
            <a:cxnSpLocks/>
          </p:cNvCxnSpPr>
          <p:nvPr/>
        </p:nvCxnSpPr>
        <p:spPr>
          <a:xfrm>
            <a:off x="5190334" y="4358659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60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31B24B-AB25-4AE3-8E13-D438BD00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" y="0"/>
            <a:ext cx="3679194" cy="2410901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BE93950-14C6-496B-85E5-0B22A32DB800}"/>
              </a:ext>
            </a:extLst>
          </p:cNvPr>
          <p:cNvGrpSpPr/>
          <p:nvPr/>
        </p:nvGrpSpPr>
        <p:grpSpPr>
          <a:xfrm>
            <a:off x="3835730" y="1710045"/>
            <a:ext cx="8181209" cy="4963887"/>
            <a:chOff x="3835730" y="1710045"/>
            <a:chExt cx="8181209" cy="496388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1A60D81-BF4D-490A-9D8E-215299446AA8}"/>
                </a:ext>
              </a:extLst>
            </p:cNvPr>
            <p:cNvSpPr/>
            <p:nvPr/>
          </p:nvSpPr>
          <p:spPr>
            <a:xfrm>
              <a:off x="3835730" y="1710045"/>
              <a:ext cx="8181209" cy="4963887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39CAFD9-679F-4F11-BF0D-9A18C33C6E70}"/>
                </a:ext>
              </a:extLst>
            </p:cNvPr>
            <p:cNvSpPr/>
            <p:nvPr/>
          </p:nvSpPr>
          <p:spPr>
            <a:xfrm>
              <a:off x="3919846" y="2164086"/>
              <a:ext cx="8012976" cy="445814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7C47FE-6BCC-4D48-AF77-C9A84CCAB485}"/>
                </a:ext>
              </a:extLst>
            </p:cNvPr>
            <p:cNvSpPr txBox="1"/>
            <p:nvPr/>
          </p:nvSpPr>
          <p:spPr>
            <a:xfrm>
              <a:off x="4939690" y="1763976"/>
              <a:ext cx="5973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MOCS Time Counter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69C1A93-9589-4211-9C92-C2E61AC001C3}"/>
              </a:ext>
            </a:extLst>
          </p:cNvPr>
          <p:cNvSpPr txBox="1"/>
          <p:nvPr/>
        </p:nvSpPr>
        <p:spPr>
          <a:xfrm>
            <a:off x="7713027" y="3364152"/>
            <a:ext cx="20856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downstream catalyst every 8,000 hours</a:t>
            </a:r>
            <a:endParaRPr lang="ko-KR" altLang="en-US" sz="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6374A7-99BB-40C4-955F-95234D3D2F17}"/>
              </a:ext>
            </a:extLst>
          </p:cNvPr>
          <p:cNvSpPr txBox="1"/>
          <p:nvPr/>
        </p:nvSpPr>
        <p:spPr>
          <a:xfrm>
            <a:off x="7413541" y="4117577"/>
            <a:ext cx="24463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upstream catalyst when lifetime reaches 0%</a:t>
            </a:r>
            <a:endParaRPr lang="ko-KR" altLang="en-US" sz="600" dirty="0"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02E311D-5030-4DBB-ABE8-FDB79E1EA29C}"/>
              </a:ext>
            </a:extLst>
          </p:cNvPr>
          <p:cNvGrpSpPr/>
          <p:nvPr/>
        </p:nvGrpSpPr>
        <p:grpSpPr>
          <a:xfrm>
            <a:off x="5298540" y="2447817"/>
            <a:ext cx="4502238" cy="307777"/>
            <a:chOff x="5242956" y="2424065"/>
            <a:chExt cx="4502238" cy="3077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60188D-1412-4182-8257-DC439B5D3F1F}"/>
                </a:ext>
              </a:extLst>
            </p:cNvPr>
            <p:cNvSpPr txBox="1"/>
            <p:nvPr/>
          </p:nvSpPr>
          <p:spPr>
            <a:xfrm>
              <a:off x="5242956" y="2424065"/>
              <a:ext cx="288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MOCS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3228EBD-9E5E-4B94-BC22-BD2BCAD9F885}"/>
                </a:ext>
              </a:extLst>
            </p:cNvPr>
            <p:cNvSpPr/>
            <p:nvPr/>
          </p:nvSpPr>
          <p:spPr>
            <a:xfrm>
              <a:off x="7926781" y="2440886"/>
              <a:ext cx="1818413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12,500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FE6DE549-F21B-4B46-8F49-7A90EC6D23A9}"/>
              </a:ext>
            </a:extLst>
          </p:cNvPr>
          <p:cNvGrpSpPr/>
          <p:nvPr/>
        </p:nvGrpSpPr>
        <p:grpSpPr>
          <a:xfrm>
            <a:off x="5298539" y="4546503"/>
            <a:ext cx="4501263" cy="307777"/>
            <a:chOff x="5242956" y="4543674"/>
            <a:chExt cx="4501263" cy="3077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CCFA7D-054E-4F37-BE92-89BA663DF91E}"/>
                </a:ext>
              </a:extLst>
            </p:cNvPr>
            <p:cNvSpPr txBox="1"/>
            <p:nvPr/>
          </p:nvSpPr>
          <p:spPr>
            <a:xfrm>
              <a:off x="5242956" y="4543674"/>
              <a:ext cx="36495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F.O Supply Pump Total Operating Time</a:t>
              </a:r>
              <a:endParaRPr lang="ko-KR" altLang="en-US" sz="1400" b="1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1C23874-8D59-49D2-8965-FD03462606BE}"/>
                </a:ext>
              </a:extLst>
            </p:cNvPr>
            <p:cNvSpPr/>
            <p:nvPr/>
          </p:nvSpPr>
          <p:spPr>
            <a:xfrm>
              <a:off x="7926808" y="456049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12,474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490059B8-7DFB-4C09-AC01-F08D2AD787E3}"/>
              </a:ext>
            </a:extLst>
          </p:cNvPr>
          <p:cNvGrpSpPr/>
          <p:nvPr/>
        </p:nvGrpSpPr>
        <p:grpSpPr>
          <a:xfrm>
            <a:off x="5298540" y="3147379"/>
            <a:ext cx="5244801" cy="307777"/>
            <a:chOff x="5298540" y="3094789"/>
            <a:chExt cx="5244801" cy="3077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381BD7-1663-4CA0-BF26-2296569F6466}"/>
                </a:ext>
              </a:extLst>
            </p:cNvPr>
            <p:cNvSpPr txBox="1"/>
            <p:nvPr/>
          </p:nvSpPr>
          <p:spPr>
            <a:xfrm>
              <a:off x="5298540" y="3094789"/>
              <a:ext cx="2446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 Operating Time</a:t>
              </a:r>
              <a:endParaRPr lang="ko-KR" altLang="en-US" sz="1400" b="1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CBE2689-4F7A-403E-952B-DE116145D601}"/>
                </a:ext>
              </a:extLst>
            </p:cNvPr>
            <p:cNvSpPr/>
            <p:nvPr/>
          </p:nvSpPr>
          <p:spPr>
            <a:xfrm>
              <a:off x="7982363" y="3111610"/>
              <a:ext cx="1818414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35757A7-FB37-49D7-A3A6-5F5D703349F2}"/>
                </a:ext>
              </a:extLst>
            </p:cNvPr>
            <p:cNvSpPr/>
            <p:nvPr/>
          </p:nvSpPr>
          <p:spPr>
            <a:xfrm>
              <a:off x="10027143" y="3156344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F090B1F3-FC86-43FD-8A3A-0D98377CDCDB}"/>
              </a:ext>
            </a:extLst>
          </p:cNvPr>
          <p:cNvGrpSpPr/>
          <p:nvPr/>
        </p:nvGrpSpPr>
        <p:grpSpPr>
          <a:xfrm>
            <a:off x="5298540" y="5246065"/>
            <a:ext cx="5244802" cy="307777"/>
            <a:chOff x="5298540" y="5322404"/>
            <a:chExt cx="5244802" cy="3077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95363-5C7F-414A-B567-37E3AFEF271B}"/>
                </a:ext>
              </a:extLst>
            </p:cNvPr>
            <p:cNvSpPr txBox="1"/>
            <p:nvPr/>
          </p:nvSpPr>
          <p:spPr>
            <a:xfrm>
              <a:off x="5298540" y="5322404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No.1 Pump Operating Time</a:t>
              </a:r>
              <a:endParaRPr lang="ko-KR" altLang="en-US" sz="1400" b="1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D61A75F-7920-4E12-B9A0-355E711657BA}"/>
                </a:ext>
              </a:extLst>
            </p:cNvPr>
            <p:cNvSpPr/>
            <p:nvPr/>
          </p:nvSpPr>
          <p:spPr>
            <a:xfrm>
              <a:off x="7982392" y="533922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B298DBB-BDBD-4915-98ED-FAA486494E3C}"/>
                </a:ext>
              </a:extLst>
            </p:cNvPr>
            <p:cNvSpPr/>
            <p:nvPr/>
          </p:nvSpPr>
          <p:spPr>
            <a:xfrm>
              <a:off x="10027144" y="5383959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DEFF63E6-8A0A-4490-9C73-7193E9F58EA3}"/>
              </a:ext>
            </a:extLst>
          </p:cNvPr>
          <p:cNvGrpSpPr/>
          <p:nvPr/>
        </p:nvGrpSpPr>
        <p:grpSpPr>
          <a:xfrm>
            <a:off x="5298540" y="5945625"/>
            <a:ext cx="5244802" cy="307777"/>
            <a:chOff x="5298540" y="5993128"/>
            <a:chExt cx="5244802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1A913D-7412-4635-8C51-0C3603EECDE5}"/>
                </a:ext>
              </a:extLst>
            </p:cNvPr>
            <p:cNvSpPr txBox="1"/>
            <p:nvPr/>
          </p:nvSpPr>
          <p:spPr>
            <a:xfrm>
              <a:off x="5298540" y="5993128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No.2 Pump Operating Time</a:t>
              </a:r>
              <a:endParaRPr lang="ko-KR" altLang="en-US" sz="1400" b="1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3182D-56C4-48CD-8BA0-59A83657602F}"/>
                </a:ext>
              </a:extLst>
            </p:cNvPr>
            <p:cNvSpPr/>
            <p:nvPr/>
          </p:nvSpPr>
          <p:spPr>
            <a:xfrm>
              <a:off x="7982392" y="6009949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9E3768-35E1-411D-BCDD-E974E14ACAB7}"/>
                </a:ext>
              </a:extLst>
            </p:cNvPr>
            <p:cNvSpPr/>
            <p:nvPr/>
          </p:nvSpPr>
          <p:spPr>
            <a:xfrm>
              <a:off x="10027144" y="6054683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CBCC4823-5205-44C9-897E-2E78EE4B3F7A}"/>
              </a:ext>
            </a:extLst>
          </p:cNvPr>
          <p:cNvGrpSpPr/>
          <p:nvPr/>
        </p:nvGrpSpPr>
        <p:grpSpPr>
          <a:xfrm>
            <a:off x="5298540" y="3846941"/>
            <a:ext cx="5255588" cy="307777"/>
            <a:chOff x="5298540" y="3765513"/>
            <a:chExt cx="5255588" cy="3077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32E47D-0C33-4378-9800-E425D29B289A}"/>
                </a:ext>
              </a:extLst>
            </p:cNvPr>
            <p:cNvSpPr txBox="1"/>
            <p:nvPr/>
          </p:nvSpPr>
          <p:spPr>
            <a:xfrm>
              <a:off x="5298540" y="3765513"/>
              <a:ext cx="2754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S-trap Lifetime</a:t>
              </a:r>
              <a:endParaRPr lang="ko-KR" altLang="en-US" sz="1400" b="1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CB5D3A1-8E93-42D0-AD9F-77006DBE82B6}"/>
                </a:ext>
              </a:extLst>
            </p:cNvPr>
            <p:cNvSpPr/>
            <p:nvPr/>
          </p:nvSpPr>
          <p:spPr>
            <a:xfrm>
              <a:off x="10036857" y="3827068"/>
              <a:ext cx="517271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5C6B411-7D12-4DC2-8FFD-2A86CE1838EA}"/>
                </a:ext>
              </a:extLst>
            </p:cNvPr>
            <p:cNvSpPr/>
            <p:nvPr/>
          </p:nvSpPr>
          <p:spPr>
            <a:xfrm>
              <a:off x="7659584" y="3782334"/>
              <a:ext cx="2148975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D2F91196-8663-4E96-B714-B0A418B60A5A}"/>
                </a:ext>
              </a:extLst>
            </p:cNvPr>
            <p:cNvSpPr/>
            <p:nvPr/>
          </p:nvSpPr>
          <p:spPr>
            <a:xfrm>
              <a:off x="8938047" y="3793401"/>
              <a:ext cx="856800" cy="25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FB74CC-CB54-4097-9B62-1710E957415E}"/>
                </a:ext>
              </a:extLst>
            </p:cNvPr>
            <p:cNvSpPr txBox="1"/>
            <p:nvPr/>
          </p:nvSpPr>
          <p:spPr>
            <a:xfrm>
              <a:off x="9170423" y="3765513"/>
              <a:ext cx="651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/>
                <a:t>40%</a:t>
              </a:r>
              <a:endParaRPr lang="ko-KR" altLang="en-US" sz="1400" dirty="0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B6BE24A-8F0E-4B84-968D-A27A80680536}"/>
              </a:ext>
            </a:extLst>
          </p:cNvPr>
          <p:cNvCxnSpPr>
            <a:cxnSpLocks/>
          </p:cNvCxnSpPr>
          <p:nvPr/>
        </p:nvCxnSpPr>
        <p:spPr>
          <a:xfrm>
            <a:off x="5190334" y="2947474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34F0542-BC83-483F-93EE-CE31D71E8CC1}"/>
              </a:ext>
            </a:extLst>
          </p:cNvPr>
          <p:cNvCxnSpPr>
            <a:cxnSpLocks/>
          </p:cNvCxnSpPr>
          <p:nvPr/>
        </p:nvCxnSpPr>
        <p:spPr>
          <a:xfrm>
            <a:off x="5190334" y="4358659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353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31B24B-AB25-4AE3-8E13-D438BD00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" y="0"/>
            <a:ext cx="3679194" cy="2410901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BE93950-14C6-496B-85E5-0B22A32DB800}"/>
              </a:ext>
            </a:extLst>
          </p:cNvPr>
          <p:cNvGrpSpPr/>
          <p:nvPr/>
        </p:nvGrpSpPr>
        <p:grpSpPr>
          <a:xfrm>
            <a:off x="3835730" y="1710045"/>
            <a:ext cx="8181209" cy="4963887"/>
            <a:chOff x="3835730" y="1710045"/>
            <a:chExt cx="8181209" cy="496388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1A60D81-BF4D-490A-9D8E-215299446AA8}"/>
                </a:ext>
              </a:extLst>
            </p:cNvPr>
            <p:cNvSpPr/>
            <p:nvPr/>
          </p:nvSpPr>
          <p:spPr>
            <a:xfrm>
              <a:off x="3835730" y="1710045"/>
              <a:ext cx="8181209" cy="4963887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39CAFD9-679F-4F11-BF0D-9A18C33C6E70}"/>
                </a:ext>
              </a:extLst>
            </p:cNvPr>
            <p:cNvSpPr/>
            <p:nvPr/>
          </p:nvSpPr>
          <p:spPr>
            <a:xfrm>
              <a:off x="3919846" y="2164086"/>
              <a:ext cx="8012976" cy="445814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7C47FE-6BCC-4D48-AF77-C9A84CCAB485}"/>
                </a:ext>
              </a:extLst>
            </p:cNvPr>
            <p:cNvSpPr txBox="1"/>
            <p:nvPr/>
          </p:nvSpPr>
          <p:spPr>
            <a:xfrm>
              <a:off x="4939690" y="1763976"/>
              <a:ext cx="5973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MOCS Time Counter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69C1A93-9589-4211-9C92-C2E61AC001C3}"/>
              </a:ext>
            </a:extLst>
          </p:cNvPr>
          <p:cNvSpPr txBox="1"/>
          <p:nvPr/>
        </p:nvSpPr>
        <p:spPr>
          <a:xfrm>
            <a:off x="7713027" y="3364152"/>
            <a:ext cx="20856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downstream catalyst every 8,000 hours</a:t>
            </a:r>
            <a:endParaRPr lang="ko-KR" altLang="en-US" sz="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6374A7-99BB-40C4-955F-95234D3D2F17}"/>
              </a:ext>
            </a:extLst>
          </p:cNvPr>
          <p:cNvSpPr txBox="1"/>
          <p:nvPr/>
        </p:nvSpPr>
        <p:spPr>
          <a:xfrm>
            <a:off x="7413541" y="4117577"/>
            <a:ext cx="24463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upstream catalyst when lifetime reaches 0%</a:t>
            </a:r>
            <a:endParaRPr lang="ko-KR" altLang="en-US" sz="600" dirty="0"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02E311D-5030-4DBB-ABE8-FDB79E1EA29C}"/>
              </a:ext>
            </a:extLst>
          </p:cNvPr>
          <p:cNvGrpSpPr/>
          <p:nvPr/>
        </p:nvGrpSpPr>
        <p:grpSpPr>
          <a:xfrm>
            <a:off x="5298540" y="2447817"/>
            <a:ext cx="4502238" cy="307777"/>
            <a:chOff x="5242956" y="2424065"/>
            <a:chExt cx="4502238" cy="3077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60188D-1412-4182-8257-DC439B5D3F1F}"/>
                </a:ext>
              </a:extLst>
            </p:cNvPr>
            <p:cNvSpPr txBox="1"/>
            <p:nvPr/>
          </p:nvSpPr>
          <p:spPr>
            <a:xfrm>
              <a:off x="5242956" y="2424065"/>
              <a:ext cx="288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MOCS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3228EBD-9E5E-4B94-BC22-BD2BCAD9F885}"/>
                </a:ext>
              </a:extLst>
            </p:cNvPr>
            <p:cNvSpPr/>
            <p:nvPr/>
          </p:nvSpPr>
          <p:spPr>
            <a:xfrm>
              <a:off x="7926781" y="2440886"/>
              <a:ext cx="1818413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12,500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FE6DE549-F21B-4B46-8F49-7A90EC6D23A9}"/>
              </a:ext>
            </a:extLst>
          </p:cNvPr>
          <p:cNvGrpSpPr/>
          <p:nvPr/>
        </p:nvGrpSpPr>
        <p:grpSpPr>
          <a:xfrm>
            <a:off x="5298539" y="4546503"/>
            <a:ext cx="4501263" cy="307777"/>
            <a:chOff x="5242956" y="4543674"/>
            <a:chExt cx="4501263" cy="3077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CCFA7D-054E-4F37-BE92-89BA663DF91E}"/>
                </a:ext>
              </a:extLst>
            </p:cNvPr>
            <p:cNvSpPr txBox="1"/>
            <p:nvPr/>
          </p:nvSpPr>
          <p:spPr>
            <a:xfrm>
              <a:off x="5242956" y="4543674"/>
              <a:ext cx="36495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F.O Supply Pump Total Operating Time</a:t>
              </a:r>
              <a:endParaRPr lang="ko-KR" altLang="en-US" sz="1400" b="1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1C23874-8D59-49D2-8965-FD03462606BE}"/>
                </a:ext>
              </a:extLst>
            </p:cNvPr>
            <p:cNvSpPr/>
            <p:nvPr/>
          </p:nvSpPr>
          <p:spPr>
            <a:xfrm>
              <a:off x="7926808" y="456049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12,474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490059B8-7DFB-4C09-AC01-F08D2AD787E3}"/>
              </a:ext>
            </a:extLst>
          </p:cNvPr>
          <p:cNvGrpSpPr/>
          <p:nvPr/>
        </p:nvGrpSpPr>
        <p:grpSpPr>
          <a:xfrm>
            <a:off x="5298540" y="3147379"/>
            <a:ext cx="5244801" cy="307777"/>
            <a:chOff x="5298540" y="3094789"/>
            <a:chExt cx="5244801" cy="3077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381BD7-1663-4CA0-BF26-2296569F6466}"/>
                </a:ext>
              </a:extLst>
            </p:cNvPr>
            <p:cNvSpPr txBox="1"/>
            <p:nvPr/>
          </p:nvSpPr>
          <p:spPr>
            <a:xfrm>
              <a:off x="5298540" y="3094789"/>
              <a:ext cx="2446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 Operating Time</a:t>
              </a:r>
              <a:endParaRPr lang="ko-KR" altLang="en-US" sz="1400" b="1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CBE2689-4F7A-403E-952B-DE116145D601}"/>
                </a:ext>
              </a:extLst>
            </p:cNvPr>
            <p:cNvSpPr/>
            <p:nvPr/>
          </p:nvSpPr>
          <p:spPr>
            <a:xfrm>
              <a:off x="7982363" y="3111610"/>
              <a:ext cx="1818414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35757A7-FB37-49D7-A3A6-5F5D703349F2}"/>
                </a:ext>
              </a:extLst>
            </p:cNvPr>
            <p:cNvSpPr/>
            <p:nvPr/>
          </p:nvSpPr>
          <p:spPr>
            <a:xfrm>
              <a:off x="10027143" y="3156344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F090B1F3-FC86-43FD-8A3A-0D98377CDCDB}"/>
              </a:ext>
            </a:extLst>
          </p:cNvPr>
          <p:cNvGrpSpPr/>
          <p:nvPr/>
        </p:nvGrpSpPr>
        <p:grpSpPr>
          <a:xfrm>
            <a:off x="5298540" y="5246065"/>
            <a:ext cx="5244802" cy="307777"/>
            <a:chOff x="5298540" y="5322404"/>
            <a:chExt cx="5244802" cy="3077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95363-5C7F-414A-B567-37E3AFEF271B}"/>
                </a:ext>
              </a:extLst>
            </p:cNvPr>
            <p:cNvSpPr txBox="1"/>
            <p:nvPr/>
          </p:nvSpPr>
          <p:spPr>
            <a:xfrm>
              <a:off x="5298540" y="5322404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No.1 Pump Operating Time</a:t>
              </a:r>
              <a:endParaRPr lang="ko-KR" altLang="en-US" sz="1400" b="1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D61A75F-7920-4E12-B9A0-355E711657BA}"/>
                </a:ext>
              </a:extLst>
            </p:cNvPr>
            <p:cNvSpPr/>
            <p:nvPr/>
          </p:nvSpPr>
          <p:spPr>
            <a:xfrm>
              <a:off x="7982392" y="533922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B298DBB-BDBD-4915-98ED-FAA486494E3C}"/>
                </a:ext>
              </a:extLst>
            </p:cNvPr>
            <p:cNvSpPr/>
            <p:nvPr/>
          </p:nvSpPr>
          <p:spPr>
            <a:xfrm>
              <a:off x="10027144" y="5383959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DEFF63E6-8A0A-4490-9C73-7193E9F58EA3}"/>
              </a:ext>
            </a:extLst>
          </p:cNvPr>
          <p:cNvGrpSpPr/>
          <p:nvPr/>
        </p:nvGrpSpPr>
        <p:grpSpPr>
          <a:xfrm>
            <a:off x="5298540" y="5945625"/>
            <a:ext cx="5244802" cy="307777"/>
            <a:chOff x="5298540" y="5993128"/>
            <a:chExt cx="5244802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1A913D-7412-4635-8C51-0C3603EECDE5}"/>
                </a:ext>
              </a:extLst>
            </p:cNvPr>
            <p:cNvSpPr txBox="1"/>
            <p:nvPr/>
          </p:nvSpPr>
          <p:spPr>
            <a:xfrm>
              <a:off x="5298540" y="5993128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No.2 Pump Operating Time</a:t>
              </a:r>
              <a:endParaRPr lang="ko-KR" altLang="en-US" sz="1400" b="1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3182D-56C4-48CD-8BA0-59A83657602F}"/>
                </a:ext>
              </a:extLst>
            </p:cNvPr>
            <p:cNvSpPr/>
            <p:nvPr/>
          </p:nvSpPr>
          <p:spPr>
            <a:xfrm>
              <a:off x="7982392" y="6009949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9E3768-35E1-411D-BCDD-E974E14ACAB7}"/>
                </a:ext>
              </a:extLst>
            </p:cNvPr>
            <p:cNvSpPr/>
            <p:nvPr/>
          </p:nvSpPr>
          <p:spPr>
            <a:xfrm>
              <a:off x="10027144" y="6054683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CBCC4823-5205-44C9-897E-2E78EE4B3F7A}"/>
              </a:ext>
            </a:extLst>
          </p:cNvPr>
          <p:cNvGrpSpPr/>
          <p:nvPr/>
        </p:nvGrpSpPr>
        <p:grpSpPr>
          <a:xfrm>
            <a:off x="5298540" y="3846941"/>
            <a:ext cx="5255588" cy="307777"/>
            <a:chOff x="5298540" y="3765513"/>
            <a:chExt cx="5255588" cy="3077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32E47D-0C33-4378-9800-E425D29B289A}"/>
                </a:ext>
              </a:extLst>
            </p:cNvPr>
            <p:cNvSpPr txBox="1"/>
            <p:nvPr/>
          </p:nvSpPr>
          <p:spPr>
            <a:xfrm>
              <a:off x="5298540" y="3765513"/>
              <a:ext cx="2754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S-trap Lifetime</a:t>
              </a:r>
              <a:endParaRPr lang="ko-KR" altLang="en-US" sz="1400" b="1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CB5D3A1-8E93-42D0-AD9F-77006DBE82B6}"/>
                </a:ext>
              </a:extLst>
            </p:cNvPr>
            <p:cNvSpPr/>
            <p:nvPr/>
          </p:nvSpPr>
          <p:spPr>
            <a:xfrm>
              <a:off x="10036857" y="3827068"/>
              <a:ext cx="517271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5C6B411-7D12-4DC2-8FFD-2A86CE1838EA}"/>
                </a:ext>
              </a:extLst>
            </p:cNvPr>
            <p:cNvSpPr/>
            <p:nvPr/>
          </p:nvSpPr>
          <p:spPr>
            <a:xfrm>
              <a:off x="7659584" y="3782334"/>
              <a:ext cx="2148975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D2F91196-8663-4E96-B714-B0A418B60A5A}"/>
                </a:ext>
              </a:extLst>
            </p:cNvPr>
            <p:cNvSpPr/>
            <p:nvPr/>
          </p:nvSpPr>
          <p:spPr>
            <a:xfrm>
              <a:off x="9585253" y="3793401"/>
              <a:ext cx="212400" cy="25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FB74CC-CB54-4097-9B62-1710E957415E}"/>
                </a:ext>
              </a:extLst>
            </p:cNvPr>
            <p:cNvSpPr txBox="1"/>
            <p:nvPr/>
          </p:nvSpPr>
          <p:spPr>
            <a:xfrm>
              <a:off x="9170423" y="3765513"/>
              <a:ext cx="651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/>
                <a:t>10%</a:t>
              </a:r>
              <a:endParaRPr lang="ko-KR" altLang="en-US" sz="1400" dirty="0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B6BE24A-8F0E-4B84-968D-A27A80680536}"/>
              </a:ext>
            </a:extLst>
          </p:cNvPr>
          <p:cNvCxnSpPr>
            <a:cxnSpLocks/>
          </p:cNvCxnSpPr>
          <p:nvPr/>
        </p:nvCxnSpPr>
        <p:spPr>
          <a:xfrm>
            <a:off x="5190334" y="2947474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34F0542-BC83-483F-93EE-CE31D71E8CC1}"/>
              </a:ext>
            </a:extLst>
          </p:cNvPr>
          <p:cNvCxnSpPr>
            <a:cxnSpLocks/>
          </p:cNvCxnSpPr>
          <p:nvPr/>
        </p:nvCxnSpPr>
        <p:spPr>
          <a:xfrm>
            <a:off x="5190334" y="4358659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54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31B24B-AB25-4AE3-8E13-D438BD00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" y="0"/>
            <a:ext cx="3679194" cy="2410901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BE93950-14C6-496B-85E5-0B22A32DB800}"/>
              </a:ext>
            </a:extLst>
          </p:cNvPr>
          <p:cNvGrpSpPr/>
          <p:nvPr/>
        </p:nvGrpSpPr>
        <p:grpSpPr>
          <a:xfrm>
            <a:off x="3835730" y="1710045"/>
            <a:ext cx="8181209" cy="4963887"/>
            <a:chOff x="3835730" y="1710045"/>
            <a:chExt cx="8181209" cy="496388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1A60D81-BF4D-490A-9D8E-215299446AA8}"/>
                </a:ext>
              </a:extLst>
            </p:cNvPr>
            <p:cNvSpPr/>
            <p:nvPr/>
          </p:nvSpPr>
          <p:spPr>
            <a:xfrm>
              <a:off x="3835730" y="1710045"/>
              <a:ext cx="8181209" cy="4963887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39CAFD9-679F-4F11-BF0D-9A18C33C6E70}"/>
                </a:ext>
              </a:extLst>
            </p:cNvPr>
            <p:cNvSpPr/>
            <p:nvPr/>
          </p:nvSpPr>
          <p:spPr>
            <a:xfrm>
              <a:off x="3919846" y="2164086"/>
              <a:ext cx="8012976" cy="445814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7C47FE-6BCC-4D48-AF77-C9A84CCAB485}"/>
                </a:ext>
              </a:extLst>
            </p:cNvPr>
            <p:cNvSpPr txBox="1"/>
            <p:nvPr/>
          </p:nvSpPr>
          <p:spPr>
            <a:xfrm>
              <a:off x="4939690" y="1763976"/>
              <a:ext cx="5973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MOCS Time Counter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69C1A93-9589-4211-9C92-C2E61AC001C3}"/>
              </a:ext>
            </a:extLst>
          </p:cNvPr>
          <p:cNvSpPr txBox="1"/>
          <p:nvPr/>
        </p:nvSpPr>
        <p:spPr>
          <a:xfrm>
            <a:off x="7713027" y="3364152"/>
            <a:ext cx="20856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downstream catalyst every 8,000 hours</a:t>
            </a:r>
            <a:endParaRPr lang="ko-KR" altLang="en-US" sz="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6374A7-99BB-40C4-955F-95234D3D2F17}"/>
              </a:ext>
            </a:extLst>
          </p:cNvPr>
          <p:cNvSpPr txBox="1"/>
          <p:nvPr/>
        </p:nvSpPr>
        <p:spPr>
          <a:xfrm>
            <a:off x="7413541" y="4117577"/>
            <a:ext cx="24463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>
                <a:solidFill>
                  <a:srgbClr val="FF0000"/>
                </a:solidFill>
              </a:rPr>
              <a:t>Replace the upstream catalyst when lifetime reaches 0%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02E311D-5030-4DBB-ABE8-FDB79E1EA29C}"/>
              </a:ext>
            </a:extLst>
          </p:cNvPr>
          <p:cNvGrpSpPr/>
          <p:nvPr/>
        </p:nvGrpSpPr>
        <p:grpSpPr>
          <a:xfrm>
            <a:off x="5298540" y="2447817"/>
            <a:ext cx="4502238" cy="307777"/>
            <a:chOff x="5242956" y="2424065"/>
            <a:chExt cx="4502238" cy="3077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60188D-1412-4182-8257-DC439B5D3F1F}"/>
                </a:ext>
              </a:extLst>
            </p:cNvPr>
            <p:cNvSpPr txBox="1"/>
            <p:nvPr/>
          </p:nvSpPr>
          <p:spPr>
            <a:xfrm>
              <a:off x="5242956" y="2424065"/>
              <a:ext cx="288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MOCS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3228EBD-9E5E-4B94-BC22-BD2BCAD9F885}"/>
                </a:ext>
              </a:extLst>
            </p:cNvPr>
            <p:cNvSpPr/>
            <p:nvPr/>
          </p:nvSpPr>
          <p:spPr>
            <a:xfrm>
              <a:off x="7926781" y="2440886"/>
              <a:ext cx="1818413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12,500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FE6DE549-F21B-4B46-8F49-7A90EC6D23A9}"/>
              </a:ext>
            </a:extLst>
          </p:cNvPr>
          <p:cNvGrpSpPr/>
          <p:nvPr/>
        </p:nvGrpSpPr>
        <p:grpSpPr>
          <a:xfrm>
            <a:off x="5298539" y="4546503"/>
            <a:ext cx="4501263" cy="307777"/>
            <a:chOff x="5242956" y="4543674"/>
            <a:chExt cx="4501263" cy="3077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CCFA7D-054E-4F37-BE92-89BA663DF91E}"/>
                </a:ext>
              </a:extLst>
            </p:cNvPr>
            <p:cNvSpPr txBox="1"/>
            <p:nvPr/>
          </p:nvSpPr>
          <p:spPr>
            <a:xfrm>
              <a:off x="5242956" y="4543674"/>
              <a:ext cx="36495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F.O Supply Pump Total Operating Time</a:t>
              </a:r>
              <a:endParaRPr lang="ko-KR" altLang="en-US" sz="1400" b="1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1C23874-8D59-49D2-8965-FD03462606BE}"/>
                </a:ext>
              </a:extLst>
            </p:cNvPr>
            <p:cNvSpPr/>
            <p:nvPr/>
          </p:nvSpPr>
          <p:spPr>
            <a:xfrm>
              <a:off x="7926808" y="456049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12,474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490059B8-7DFB-4C09-AC01-F08D2AD787E3}"/>
              </a:ext>
            </a:extLst>
          </p:cNvPr>
          <p:cNvGrpSpPr/>
          <p:nvPr/>
        </p:nvGrpSpPr>
        <p:grpSpPr>
          <a:xfrm>
            <a:off x="5298540" y="3147379"/>
            <a:ext cx="5244801" cy="307777"/>
            <a:chOff x="5298540" y="3094789"/>
            <a:chExt cx="5244801" cy="3077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381BD7-1663-4CA0-BF26-2296569F6466}"/>
                </a:ext>
              </a:extLst>
            </p:cNvPr>
            <p:cNvSpPr txBox="1"/>
            <p:nvPr/>
          </p:nvSpPr>
          <p:spPr>
            <a:xfrm>
              <a:off x="5298540" y="3094789"/>
              <a:ext cx="2446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 Operating Time</a:t>
              </a:r>
              <a:endParaRPr lang="ko-KR" altLang="en-US" sz="1400" b="1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CBE2689-4F7A-403E-952B-DE116145D601}"/>
                </a:ext>
              </a:extLst>
            </p:cNvPr>
            <p:cNvSpPr/>
            <p:nvPr/>
          </p:nvSpPr>
          <p:spPr>
            <a:xfrm>
              <a:off x="7982363" y="3111610"/>
              <a:ext cx="1818414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35757A7-FB37-49D7-A3A6-5F5D703349F2}"/>
                </a:ext>
              </a:extLst>
            </p:cNvPr>
            <p:cNvSpPr/>
            <p:nvPr/>
          </p:nvSpPr>
          <p:spPr>
            <a:xfrm>
              <a:off x="10027143" y="3156344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F090B1F3-FC86-43FD-8A3A-0D98377CDCDB}"/>
              </a:ext>
            </a:extLst>
          </p:cNvPr>
          <p:cNvGrpSpPr/>
          <p:nvPr/>
        </p:nvGrpSpPr>
        <p:grpSpPr>
          <a:xfrm>
            <a:off x="5298540" y="5246065"/>
            <a:ext cx="5244802" cy="307777"/>
            <a:chOff x="5298540" y="5322404"/>
            <a:chExt cx="5244802" cy="3077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95363-5C7F-414A-B567-37E3AFEF271B}"/>
                </a:ext>
              </a:extLst>
            </p:cNvPr>
            <p:cNvSpPr txBox="1"/>
            <p:nvPr/>
          </p:nvSpPr>
          <p:spPr>
            <a:xfrm>
              <a:off x="5298540" y="5322404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No.1 Pump Operating Time</a:t>
              </a:r>
              <a:endParaRPr lang="ko-KR" altLang="en-US" sz="1400" b="1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D61A75F-7920-4E12-B9A0-355E711657BA}"/>
                </a:ext>
              </a:extLst>
            </p:cNvPr>
            <p:cNvSpPr/>
            <p:nvPr/>
          </p:nvSpPr>
          <p:spPr>
            <a:xfrm>
              <a:off x="7982392" y="533922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B298DBB-BDBD-4915-98ED-FAA486494E3C}"/>
                </a:ext>
              </a:extLst>
            </p:cNvPr>
            <p:cNvSpPr/>
            <p:nvPr/>
          </p:nvSpPr>
          <p:spPr>
            <a:xfrm>
              <a:off x="10027144" y="5383959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DEFF63E6-8A0A-4490-9C73-7193E9F58EA3}"/>
              </a:ext>
            </a:extLst>
          </p:cNvPr>
          <p:cNvGrpSpPr/>
          <p:nvPr/>
        </p:nvGrpSpPr>
        <p:grpSpPr>
          <a:xfrm>
            <a:off x="5298540" y="5945625"/>
            <a:ext cx="5244802" cy="307777"/>
            <a:chOff x="5298540" y="5993128"/>
            <a:chExt cx="5244802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1A913D-7412-4635-8C51-0C3603EECDE5}"/>
                </a:ext>
              </a:extLst>
            </p:cNvPr>
            <p:cNvSpPr txBox="1"/>
            <p:nvPr/>
          </p:nvSpPr>
          <p:spPr>
            <a:xfrm>
              <a:off x="5298540" y="5993128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No.2 Pump Operating Time</a:t>
              </a:r>
              <a:endParaRPr lang="ko-KR" altLang="en-US" sz="1400" b="1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3182D-56C4-48CD-8BA0-59A83657602F}"/>
                </a:ext>
              </a:extLst>
            </p:cNvPr>
            <p:cNvSpPr/>
            <p:nvPr/>
          </p:nvSpPr>
          <p:spPr>
            <a:xfrm>
              <a:off x="7982392" y="6009949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9E3768-35E1-411D-BCDD-E974E14ACAB7}"/>
                </a:ext>
              </a:extLst>
            </p:cNvPr>
            <p:cNvSpPr/>
            <p:nvPr/>
          </p:nvSpPr>
          <p:spPr>
            <a:xfrm>
              <a:off x="10027144" y="6054683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F32E47D-0C33-4378-9800-E425D29B289A}"/>
              </a:ext>
            </a:extLst>
          </p:cNvPr>
          <p:cNvSpPr txBox="1"/>
          <p:nvPr/>
        </p:nvSpPr>
        <p:spPr>
          <a:xfrm>
            <a:off x="5298540" y="3846941"/>
            <a:ext cx="2754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S-trap Lifetime</a:t>
            </a:r>
            <a:endParaRPr lang="ko-KR" altLang="en-US" sz="14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CB5D3A1-8E93-42D0-AD9F-77006DBE82B6}"/>
              </a:ext>
            </a:extLst>
          </p:cNvPr>
          <p:cNvSpPr/>
          <p:nvPr/>
        </p:nvSpPr>
        <p:spPr>
          <a:xfrm>
            <a:off x="10036857" y="3908496"/>
            <a:ext cx="517271" cy="18466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RESET</a:t>
            </a:r>
            <a:endParaRPr lang="ko-KR" altLang="en-US" sz="12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5C6B411-7D12-4DC2-8FFD-2A86CE1838EA}"/>
              </a:ext>
            </a:extLst>
          </p:cNvPr>
          <p:cNvSpPr/>
          <p:nvPr/>
        </p:nvSpPr>
        <p:spPr>
          <a:xfrm>
            <a:off x="7659584" y="3863762"/>
            <a:ext cx="2148975" cy="27413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2F91196-8663-4E96-B714-B0A418B60A5A}"/>
              </a:ext>
            </a:extLst>
          </p:cNvPr>
          <p:cNvSpPr/>
          <p:nvPr/>
        </p:nvSpPr>
        <p:spPr>
          <a:xfrm>
            <a:off x="9751933" y="3874829"/>
            <a:ext cx="45719" cy="25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B6BE24A-8F0E-4B84-968D-A27A80680536}"/>
              </a:ext>
            </a:extLst>
          </p:cNvPr>
          <p:cNvCxnSpPr>
            <a:cxnSpLocks/>
          </p:cNvCxnSpPr>
          <p:nvPr/>
        </p:nvCxnSpPr>
        <p:spPr>
          <a:xfrm>
            <a:off x="5190334" y="2947474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34F0542-BC83-483F-93EE-CE31D71E8CC1}"/>
              </a:ext>
            </a:extLst>
          </p:cNvPr>
          <p:cNvCxnSpPr>
            <a:cxnSpLocks/>
          </p:cNvCxnSpPr>
          <p:nvPr/>
        </p:nvCxnSpPr>
        <p:spPr>
          <a:xfrm>
            <a:off x="5190334" y="4358659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28B525C-F3AF-4E61-AF50-B42C0CC3AD24}"/>
              </a:ext>
            </a:extLst>
          </p:cNvPr>
          <p:cNvSpPr txBox="1"/>
          <p:nvPr/>
        </p:nvSpPr>
        <p:spPr>
          <a:xfrm>
            <a:off x="1390431" y="4242866"/>
            <a:ext cx="21273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0%</a:t>
            </a:r>
            <a:r>
              <a:rPr lang="ko-KR" altLang="en-US" sz="1100" dirty="0"/>
              <a:t>에서 사용 시 </a:t>
            </a:r>
            <a:endParaRPr lang="en-US" altLang="ko-KR" sz="1100" dirty="0"/>
          </a:p>
          <a:p>
            <a:r>
              <a:rPr lang="ko-KR" altLang="en-US" sz="1100" dirty="0"/>
              <a:t>게이지 상자 및 교체 문구</a:t>
            </a:r>
            <a:endParaRPr lang="en-US" altLang="ko-KR" sz="1100" dirty="0"/>
          </a:p>
          <a:p>
            <a:r>
              <a:rPr lang="ko-KR" altLang="en-US" sz="1100" dirty="0"/>
              <a:t>빨간색으로 점멸</a:t>
            </a: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212DCD6E-D537-428E-BDCD-4C156EC6DE14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3517745" y="3918843"/>
            <a:ext cx="1641094" cy="62410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8D1C1A0-2C6E-4B57-A1FB-7BBB393D5291}"/>
              </a:ext>
            </a:extLst>
          </p:cNvPr>
          <p:cNvSpPr txBox="1"/>
          <p:nvPr/>
        </p:nvSpPr>
        <p:spPr>
          <a:xfrm>
            <a:off x="9170423" y="3846941"/>
            <a:ext cx="651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/>
              <a:t>0%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38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31B24B-AB25-4AE3-8E13-D438BD00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" y="0"/>
            <a:ext cx="3679194" cy="24109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51B19A-9CF9-4A68-9703-40FC0044456C}"/>
              </a:ext>
            </a:extLst>
          </p:cNvPr>
          <p:cNvSpPr txBox="1"/>
          <p:nvPr/>
        </p:nvSpPr>
        <p:spPr>
          <a:xfrm>
            <a:off x="427302" y="3393897"/>
            <a:ext cx="2754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MOC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팝업창</a:t>
            </a:r>
            <a:endParaRPr lang="en-US" altLang="ko-KR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E87C7F-0A53-41FB-ADEB-BA61FA036CD2}"/>
              </a:ext>
            </a:extLst>
          </p:cNvPr>
          <p:cNvSpPr txBox="1"/>
          <p:nvPr/>
        </p:nvSpPr>
        <p:spPr>
          <a:xfrm>
            <a:off x="420366" y="4677931"/>
            <a:ext cx="304171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S-trap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Are you sure</a:t>
            </a:r>
          </a:p>
          <a:p>
            <a:pPr algn="ctr"/>
            <a:r>
              <a:rPr lang="en-US" altLang="ko-KR" sz="1600" b="1" dirty="0"/>
              <a:t>you want to reset the gauge?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Please ensure the first layer catalyst(S-trap) inside the chamber has been replaced before proceeding.</a:t>
            </a:r>
            <a:endParaRPr lang="ko-KR" altLang="en-US" sz="1100" dirty="0"/>
          </a:p>
          <a:p>
            <a:endParaRPr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DCB0C52B-A817-4462-BD8B-DB3F765C9CE8}"/>
              </a:ext>
            </a:extLst>
          </p:cNvPr>
          <p:cNvGrpSpPr/>
          <p:nvPr/>
        </p:nvGrpSpPr>
        <p:grpSpPr>
          <a:xfrm>
            <a:off x="3835730" y="1710045"/>
            <a:ext cx="8181209" cy="4963887"/>
            <a:chOff x="3835730" y="1710045"/>
            <a:chExt cx="8181209" cy="4963887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1BA0C84F-2374-4A90-B908-A79D14EBA8E8}"/>
                </a:ext>
              </a:extLst>
            </p:cNvPr>
            <p:cNvSpPr/>
            <p:nvPr/>
          </p:nvSpPr>
          <p:spPr>
            <a:xfrm>
              <a:off x="3835730" y="1710045"/>
              <a:ext cx="8181209" cy="4963887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F2E0409A-AB18-4D17-B610-156415E5B199}"/>
                </a:ext>
              </a:extLst>
            </p:cNvPr>
            <p:cNvSpPr/>
            <p:nvPr/>
          </p:nvSpPr>
          <p:spPr>
            <a:xfrm>
              <a:off x="3919846" y="2164086"/>
              <a:ext cx="8012976" cy="445814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E0CCF0F-7761-4C93-86C5-EF6D03F85F63}"/>
                </a:ext>
              </a:extLst>
            </p:cNvPr>
            <p:cNvSpPr txBox="1"/>
            <p:nvPr/>
          </p:nvSpPr>
          <p:spPr>
            <a:xfrm>
              <a:off x="4939690" y="1763976"/>
              <a:ext cx="5973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MOCS Time Counter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354D7B6-A1D1-4475-B22D-0557021AC936}"/>
              </a:ext>
            </a:extLst>
          </p:cNvPr>
          <p:cNvGrpSpPr/>
          <p:nvPr/>
        </p:nvGrpSpPr>
        <p:grpSpPr>
          <a:xfrm>
            <a:off x="5242956" y="2424065"/>
            <a:ext cx="4151913" cy="307777"/>
            <a:chOff x="5242956" y="2239997"/>
            <a:chExt cx="4151913" cy="307777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20C87D2-3D15-4C57-A6AE-5BBE2AECB6EB}"/>
                </a:ext>
              </a:extLst>
            </p:cNvPr>
            <p:cNvSpPr txBox="1"/>
            <p:nvPr/>
          </p:nvSpPr>
          <p:spPr>
            <a:xfrm>
              <a:off x="5242956" y="2239997"/>
              <a:ext cx="288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MOCS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749853A-284F-42C2-BFC1-B967F1EE1F13}"/>
                </a:ext>
              </a:extLst>
            </p:cNvPr>
            <p:cNvSpPr/>
            <p:nvPr/>
          </p:nvSpPr>
          <p:spPr>
            <a:xfrm>
              <a:off x="7951700" y="2256818"/>
              <a:ext cx="1443169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12,500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F0BF135-649A-4C34-99AA-A87B00FAECED}"/>
              </a:ext>
            </a:extLst>
          </p:cNvPr>
          <p:cNvGrpSpPr/>
          <p:nvPr/>
        </p:nvGrpSpPr>
        <p:grpSpPr>
          <a:xfrm>
            <a:off x="5242957" y="4436797"/>
            <a:ext cx="4150937" cy="523220"/>
            <a:chOff x="5242957" y="4443826"/>
            <a:chExt cx="4150937" cy="523220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07B2F9D-8CDD-47DB-964B-E27106BA5662}"/>
                </a:ext>
              </a:extLst>
            </p:cNvPr>
            <p:cNvSpPr txBox="1"/>
            <p:nvPr/>
          </p:nvSpPr>
          <p:spPr>
            <a:xfrm>
              <a:off x="5242957" y="4443826"/>
              <a:ext cx="24463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F.O Supply Pump</a:t>
              </a:r>
            </a:p>
            <a:p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635D481-B776-4542-AF20-819F40606162}"/>
                </a:ext>
              </a:extLst>
            </p:cNvPr>
            <p:cNvSpPr/>
            <p:nvPr/>
          </p:nvSpPr>
          <p:spPr>
            <a:xfrm>
              <a:off x="7951520" y="4568369"/>
              <a:ext cx="1442374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12,474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D7C7AC7C-0B2B-41FE-A738-7C5275D7FE49}"/>
              </a:ext>
            </a:extLst>
          </p:cNvPr>
          <p:cNvGrpSpPr/>
          <p:nvPr/>
        </p:nvGrpSpPr>
        <p:grpSpPr>
          <a:xfrm>
            <a:off x="5242956" y="3094510"/>
            <a:ext cx="5028896" cy="307777"/>
            <a:chOff x="5242956" y="2959221"/>
            <a:chExt cx="5028896" cy="307777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B47DF02-3EBE-4513-97FC-A123223EDD51}"/>
                </a:ext>
              </a:extLst>
            </p:cNvPr>
            <p:cNvSpPr txBox="1"/>
            <p:nvPr/>
          </p:nvSpPr>
          <p:spPr>
            <a:xfrm>
              <a:off x="5242956" y="2959221"/>
              <a:ext cx="2446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 Operating Time</a:t>
              </a:r>
              <a:endParaRPr lang="ko-KR" altLang="en-US" sz="1400" b="1" dirty="0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9E31EFE-80BE-4B76-9E01-316CC2FA2D71}"/>
                </a:ext>
              </a:extLst>
            </p:cNvPr>
            <p:cNvSpPr/>
            <p:nvPr/>
          </p:nvSpPr>
          <p:spPr>
            <a:xfrm>
              <a:off x="7951698" y="2976042"/>
              <a:ext cx="1443170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AAFF1E32-C1DA-4465-B80C-42EDBC58FA74}"/>
                </a:ext>
              </a:extLst>
            </p:cNvPr>
            <p:cNvSpPr/>
            <p:nvPr/>
          </p:nvSpPr>
          <p:spPr>
            <a:xfrm>
              <a:off x="9621233" y="2976042"/>
              <a:ext cx="650619" cy="2741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RESET</a:t>
              </a:r>
              <a:endParaRPr lang="ko-KR" altLang="en-US" dirty="0"/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AC4F599E-3198-4A81-BBC8-7D8B82FE945A}"/>
              </a:ext>
            </a:extLst>
          </p:cNvPr>
          <p:cNvGrpSpPr/>
          <p:nvPr/>
        </p:nvGrpSpPr>
        <p:grpSpPr>
          <a:xfrm>
            <a:off x="5242956" y="5322685"/>
            <a:ext cx="5028897" cy="307777"/>
            <a:chOff x="5242956" y="5290947"/>
            <a:chExt cx="5028897" cy="307777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50B9E0B-236C-491B-82A6-146BA2E5E844}"/>
                </a:ext>
              </a:extLst>
            </p:cNvPr>
            <p:cNvSpPr txBox="1"/>
            <p:nvPr/>
          </p:nvSpPr>
          <p:spPr>
            <a:xfrm>
              <a:off x="5242956" y="5290947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No.1 Pump Operating Time</a:t>
              </a:r>
              <a:endParaRPr lang="ko-KR" altLang="en-US" sz="1400" b="1" dirty="0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C9520E5-C747-4208-83FB-FB7BF57AAD17}"/>
                </a:ext>
              </a:extLst>
            </p:cNvPr>
            <p:cNvSpPr/>
            <p:nvPr/>
          </p:nvSpPr>
          <p:spPr>
            <a:xfrm>
              <a:off x="7951520" y="5307768"/>
              <a:ext cx="1442374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FBA75DE-6607-40B2-8759-3810F0898277}"/>
                </a:ext>
              </a:extLst>
            </p:cNvPr>
            <p:cNvSpPr/>
            <p:nvPr/>
          </p:nvSpPr>
          <p:spPr>
            <a:xfrm>
              <a:off x="9621234" y="5307768"/>
              <a:ext cx="650619" cy="2741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RESET</a:t>
              </a:r>
              <a:endParaRPr lang="ko-KR" altLang="en-US" dirty="0"/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16F0130A-A2E5-45A0-BE02-963D144EE179}"/>
              </a:ext>
            </a:extLst>
          </p:cNvPr>
          <p:cNvGrpSpPr/>
          <p:nvPr/>
        </p:nvGrpSpPr>
        <p:grpSpPr>
          <a:xfrm>
            <a:off x="5242956" y="5993128"/>
            <a:ext cx="5028897" cy="307777"/>
            <a:chOff x="5242956" y="5993128"/>
            <a:chExt cx="5028897" cy="307777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D0A11CF-DC40-4D9F-8ABE-3BA9BF9AF58A}"/>
                </a:ext>
              </a:extLst>
            </p:cNvPr>
            <p:cNvSpPr txBox="1"/>
            <p:nvPr/>
          </p:nvSpPr>
          <p:spPr>
            <a:xfrm>
              <a:off x="5242956" y="5993128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No.2 Pump Operating Time</a:t>
              </a:r>
              <a:endParaRPr lang="ko-KR" altLang="en-US" sz="1400" b="1" dirty="0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205CA529-E69E-42E9-9C9C-36BEF9DE0388}"/>
                </a:ext>
              </a:extLst>
            </p:cNvPr>
            <p:cNvSpPr/>
            <p:nvPr/>
          </p:nvSpPr>
          <p:spPr>
            <a:xfrm>
              <a:off x="7951520" y="6009949"/>
              <a:ext cx="1442374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5E79B038-49C4-4888-8070-13E0BC546443}"/>
                </a:ext>
              </a:extLst>
            </p:cNvPr>
            <p:cNvSpPr/>
            <p:nvPr/>
          </p:nvSpPr>
          <p:spPr>
            <a:xfrm>
              <a:off x="9621234" y="6009949"/>
              <a:ext cx="650619" cy="2741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RESET</a:t>
              </a:r>
              <a:endParaRPr lang="ko-KR" altLang="en-US" dirty="0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884ADB82-C119-4151-9A9B-1FC8CFCC59A6}"/>
              </a:ext>
            </a:extLst>
          </p:cNvPr>
          <p:cNvSpPr txBox="1"/>
          <p:nvPr/>
        </p:nvSpPr>
        <p:spPr>
          <a:xfrm>
            <a:off x="7362702" y="3364152"/>
            <a:ext cx="20856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Catalyst Layer 1 at 8,000 hours</a:t>
            </a:r>
            <a:endParaRPr lang="ko-KR" altLang="en-US" sz="6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2208AE7-D9BD-4E80-BF44-9C6F95FCEC99}"/>
              </a:ext>
            </a:extLst>
          </p:cNvPr>
          <p:cNvSpPr txBox="1"/>
          <p:nvPr/>
        </p:nvSpPr>
        <p:spPr>
          <a:xfrm>
            <a:off x="7712352" y="4058200"/>
            <a:ext cx="173186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>
                <a:solidFill>
                  <a:srgbClr val="FF0000"/>
                </a:solidFill>
              </a:rPr>
              <a:t>Replace Catalyst Layer 2 at 0%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7F69A8B8-FF25-402F-AE13-0CA4F32E8956}"/>
              </a:ext>
            </a:extLst>
          </p:cNvPr>
          <p:cNvGrpSpPr/>
          <p:nvPr/>
        </p:nvGrpSpPr>
        <p:grpSpPr>
          <a:xfrm>
            <a:off x="5242956" y="3764955"/>
            <a:ext cx="5039963" cy="309174"/>
            <a:chOff x="5242956" y="3669266"/>
            <a:chExt cx="5039963" cy="309174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63EAFEA-EA91-401B-BF83-30C98690883D}"/>
                </a:ext>
              </a:extLst>
            </p:cNvPr>
            <p:cNvSpPr txBox="1"/>
            <p:nvPr/>
          </p:nvSpPr>
          <p:spPr>
            <a:xfrm>
              <a:off x="5242956" y="3669266"/>
              <a:ext cx="2754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S-trap Life Time</a:t>
              </a:r>
              <a:endParaRPr lang="ko-KR" altLang="en-US" sz="1400" b="1" dirty="0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0DCD5077-97A9-42FB-9C95-C5C72F282F2C}"/>
                </a:ext>
              </a:extLst>
            </p:cNvPr>
            <p:cNvSpPr/>
            <p:nvPr/>
          </p:nvSpPr>
          <p:spPr>
            <a:xfrm>
              <a:off x="9630948" y="3704305"/>
              <a:ext cx="651971" cy="2741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RESET</a:t>
              </a:r>
              <a:endParaRPr lang="ko-KR" altLang="en-US" dirty="0"/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53C382E3-7E51-4AFA-BA36-9285F7AB3E49}"/>
                </a:ext>
              </a:extLst>
            </p:cNvPr>
            <p:cNvGrpSpPr/>
            <p:nvPr/>
          </p:nvGrpSpPr>
          <p:grpSpPr>
            <a:xfrm>
              <a:off x="6881751" y="3702354"/>
              <a:ext cx="2520899" cy="274135"/>
              <a:chOff x="7038993" y="3981609"/>
              <a:chExt cx="2369821" cy="274135"/>
            </a:xfrm>
          </p:grpSpPr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0FAC4C17-3D4D-4B74-B546-4BB38C08FBE1}"/>
                  </a:ext>
                </a:extLst>
              </p:cNvPr>
              <p:cNvSpPr/>
              <p:nvPr/>
            </p:nvSpPr>
            <p:spPr>
              <a:xfrm>
                <a:off x="7038993" y="3981609"/>
                <a:ext cx="2369821" cy="27413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841181A3-5602-4132-AC86-83836191B74B}"/>
                  </a:ext>
                </a:extLst>
              </p:cNvPr>
              <p:cNvSpPr/>
              <p:nvPr/>
            </p:nvSpPr>
            <p:spPr>
              <a:xfrm>
                <a:off x="7044061" y="3996666"/>
                <a:ext cx="33843" cy="25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B483B70-57A9-4925-9CA6-7C8B19A4D470}"/>
                </a:ext>
              </a:extLst>
            </p:cNvPr>
            <p:cNvSpPr txBox="1"/>
            <p:nvPr/>
          </p:nvSpPr>
          <p:spPr>
            <a:xfrm>
              <a:off x="8764514" y="3670144"/>
              <a:ext cx="651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/>
                <a:t>0%</a:t>
              </a:r>
              <a:endParaRPr lang="ko-KR" altLang="en-US" sz="1400" dirty="0"/>
            </a:p>
          </p:txBody>
        </p:sp>
      </p:grp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FE9CE31-4C3C-4593-8784-8F6C2321A801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181810" y="3532397"/>
            <a:ext cx="2301070" cy="117504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9294064E-B1B4-4060-9DF3-E804A7021E28}"/>
              </a:ext>
            </a:extLst>
          </p:cNvPr>
          <p:cNvGrpSpPr/>
          <p:nvPr/>
        </p:nvGrpSpPr>
        <p:grpSpPr>
          <a:xfrm>
            <a:off x="5738733" y="2792011"/>
            <a:ext cx="4530436" cy="3521214"/>
            <a:chOff x="5738733" y="2792011"/>
            <a:chExt cx="4530436" cy="3521214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A4C320C-BAA6-4D49-9FC3-89200A08D68F}"/>
                </a:ext>
              </a:extLst>
            </p:cNvPr>
            <p:cNvSpPr/>
            <p:nvPr/>
          </p:nvSpPr>
          <p:spPr>
            <a:xfrm>
              <a:off x="5738733" y="2792011"/>
              <a:ext cx="4530436" cy="3521214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  <a:p>
              <a:pPr algn="ctr"/>
              <a:br>
                <a:rPr lang="en-US" altLang="ko-KR" dirty="0"/>
              </a:br>
              <a:endParaRPr lang="ko-KR" altLang="en-US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5802E61-04C3-4256-A1CB-8330AB1F168B}"/>
                </a:ext>
              </a:extLst>
            </p:cNvPr>
            <p:cNvSpPr txBox="1"/>
            <p:nvPr/>
          </p:nvSpPr>
          <p:spPr>
            <a:xfrm>
              <a:off x="6258774" y="3636078"/>
              <a:ext cx="3490355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/>
                <a:t>Are you sure</a:t>
              </a:r>
            </a:p>
            <a:p>
              <a:pPr algn="ctr"/>
              <a:r>
                <a:rPr lang="en-US" altLang="ko-KR" sz="2000" b="1" dirty="0"/>
                <a:t>you want to reset the time?</a:t>
              </a:r>
            </a:p>
            <a:p>
              <a:pPr algn="ctr"/>
              <a:endParaRPr lang="en-US" altLang="ko-KR" dirty="0"/>
            </a:p>
            <a:p>
              <a:r>
                <a:rPr lang="en-US" altLang="ko-KR" sz="1400" dirty="0"/>
                <a:t>Please ensure the second layer catalyst(MOC) inside the chamber has been replaced before proceeding.</a:t>
              </a:r>
              <a:endParaRPr lang="ko-KR" altLang="en-US" sz="1400" dirty="0"/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BE63E30-F91C-4C8F-A037-6B1D76052DBD}"/>
                </a:ext>
              </a:extLst>
            </p:cNvPr>
            <p:cNvGrpSpPr/>
            <p:nvPr/>
          </p:nvGrpSpPr>
          <p:grpSpPr>
            <a:xfrm>
              <a:off x="7470700" y="5815904"/>
              <a:ext cx="1066503" cy="303597"/>
              <a:chOff x="7362706" y="5815904"/>
              <a:chExt cx="1066503" cy="303597"/>
            </a:xfrm>
          </p:grpSpPr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D7D45282-46F3-4941-B9B8-72604E3CF613}"/>
                  </a:ext>
                </a:extLst>
              </p:cNvPr>
              <p:cNvSpPr/>
              <p:nvPr/>
            </p:nvSpPr>
            <p:spPr>
              <a:xfrm>
                <a:off x="7362706" y="5819624"/>
                <a:ext cx="486888" cy="299877"/>
              </a:xfrm>
              <a:prstGeom prst="rect">
                <a:avLst/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</a:rPr>
                  <a:t>YES</a:t>
                </a:r>
                <a:endParaRPr lang="ko-KR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15BE82D4-1B40-45A4-856B-3AB73F9E417A}"/>
                  </a:ext>
                </a:extLst>
              </p:cNvPr>
              <p:cNvSpPr/>
              <p:nvPr/>
            </p:nvSpPr>
            <p:spPr>
              <a:xfrm>
                <a:off x="7942321" y="5815904"/>
                <a:ext cx="486888" cy="299877"/>
              </a:xfrm>
              <a:prstGeom prst="rect">
                <a:avLst/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</a:rPr>
                  <a:t>NO</a:t>
                </a:r>
                <a:endParaRPr lang="ko-KR" altLang="en-US" sz="11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3769867-DA01-4BDA-BA6A-70CE94F9808D}"/>
              </a:ext>
            </a:extLst>
          </p:cNvPr>
          <p:cNvSpPr txBox="1"/>
          <p:nvPr/>
        </p:nvSpPr>
        <p:spPr>
          <a:xfrm>
            <a:off x="172192" y="2529444"/>
            <a:ext cx="304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2-1. MOC,</a:t>
            </a:r>
            <a:r>
              <a:rPr lang="ko-KR" altLang="en-US" dirty="0"/>
              <a:t> </a:t>
            </a:r>
            <a:r>
              <a:rPr lang="en-US" altLang="ko-KR" dirty="0"/>
              <a:t>S-trap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8452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31B24B-AB25-4AE3-8E13-D438BD00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" y="0"/>
            <a:ext cx="3679194" cy="2410901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DCB0C52B-A817-4462-BD8B-DB3F765C9CE8}"/>
              </a:ext>
            </a:extLst>
          </p:cNvPr>
          <p:cNvGrpSpPr/>
          <p:nvPr/>
        </p:nvGrpSpPr>
        <p:grpSpPr>
          <a:xfrm>
            <a:off x="3835730" y="1710045"/>
            <a:ext cx="8181209" cy="4963887"/>
            <a:chOff x="3835730" y="1710045"/>
            <a:chExt cx="8181209" cy="4963887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1BA0C84F-2374-4A90-B908-A79D14EBA8E8}"/>
                </a:ext>
              </a:extLst>
            </p:cNvPr>
            <p:cNvSpPr/>
            <p:nvPr/>
          </p:nvSpPr>
          <p:spPr>
            <a:xfrm>
              <a:off x="3835730" y="1710045"/>
              <a:ext cx="8181209" cy="4963887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F2E0409A-AB18-4D17-B610-156415E5B199}"/>
                </a:ext>
              </a:extLst>
            </p:cNvPr>
            <p:cNvSpPr/>
            <p:nvPr/>
          </p:nvSpPr>
          <p:spPr>
            <a:xfrm>
              <a:off x="3919846" y="2164086"/>
              <a:ext cx="8012976" cy="445814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E0CCF0F-7761-4C93-86C5-EF6D03F85F63}"/>
                </a:ext>
              </a:extLst>
            </p:cNvPr>
            <p:cNvSpPr txBox="1"/>
            <p:nvPr/>
          </p:nvSpPr>
          <p:spPr>
            <a:xfrm>
              <a:off x="4939690" y="1763976"/>
              <a:ext cx="5973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MOCS Time Counter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354D7B6-A1D1-4475-B22D-0557021AC936}"/>
              </a:ext>
            </a:extLst>
          </p:cNvPr>
          <p:cNvGrpSpPr/>
          <p:nvPr/>
        </p:nvGrpSpPr>
        <p:grpSpPr>
          <a:xfrm>
            <a:off x="5242956" y="2424065"/>
            <a:ext cx="4151913" cy="307777"/>
            <a:chOff x="5242956" y="2239997"/>
            <a:chExt cx="4151913" cy="307777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20C87D2-3D15-4C57-A6AE-5BBE2AECB6EB}"/>
                </a:ext>
              </a:extLst>
            </p:cNvPr>
            <p:cNvSpPr txBox="1"/>
            <p:nvPr/>
          </p:nvSpPr>
          <p:spPr>
            <a:xfrm>
              <a:off x="5242956" y="2239997"/>
              <a:ext cx="288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MOCS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749853A-284F-42C2-BFC1-B967F1EE1F13}"/>
                </a:ext>
              </a:extLst>
            </p:cNvPr>
            <p:cNvSpPr/>
            <p:nvPr/>
          </p:nvSpPr>
          <p:spPr>
            <a:xfrm>
              <a:off x="7951700" y="2256818"/>
              <a:ext cx="1443169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12,500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F0BF135-649A-4C34-99AA-A87B00FAECED}"/>
              </a:ext>
            </a:extLst>
          </p:cNvPr>
          <p:cNvGrpSpPr/>
          <p:nvPr/>
        </p:nvGrpSpPr>
        <p:grpSpPr>
          <a:xfrm>
            <a:off x="5242957" y="4436797"/>
            <a:ext cx="4150937" cy="523220"/>
            <a:chOff x="5242957" y="4443826"/>
            <a:chExt cx="4150937" cy="523220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07B2F9D-8CDD-47DB-964B-E27106BA5662}"/>
                </a:ext>
              </a:extLst>
            </p:cNvPr>
            <p:cNvSpPr txBox="1"/>
            <p:nvPr/>
          </p:nvSpPr>
          <p:spPr>
            <a:xfrm>
              <a:off x="5242957" y="4443826"/>
              <a:ext cx="24463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F.O Supply Pump</a:t>
              </a:r>
            </a:p>
            <a:p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635D481-B776-4542-AF20-819F40606162}"/>
                </a:ext>
              </a:extLst>
            </p:cNvPr>
            <p:cNvSpPr/>
            <p:nvPr/>
          </p:nvSpPr>
          <p:spPr>
            <a:xfrm>
              <a:off x="7951520" y="4568369"/>
              <a:ext cx="1442374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12,474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D7C7AC7C-0B2B-41FE-A738-7C5275D7FE49}"/>
              </a:ext>
            </a:extLst>
          </p:cNvPr>
          <p:cNvGrpSpPr/>
          <p:nvPr/>
        </p:nvGrpSpPr>
        <p:grpSpPr>
          <a:xfrm>
            <a:off x="5242956" y="3094510"/>
            <a:ext cx="5028896" cy="307777"/>
            <a:chOff x="5242956" y="2959221"/>
            <a:chExt cx="5028896" cy="307777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B47DF02-3EBE-4513-97FC-A123223EDD51}"/>
                </a:ext>
              </a:extLst>
            </p:cNvPr>
            <p:cNvSpPr txBox="1"/>
            <p:nvPr/>
          </p:nvSpPr>
          <p:spPr>
            <a:xfrm>
              <a:off x="5242956" y="2959221"/>
              <a:ext cx="2446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 Operating Time</a:t>
              </a:r>
              <a:endParaRPr lang="ko-KR" altLang="en-US" sz="1400" b="1" dirty="0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9E31EFE-80BE-4B76-9E01-316CC2FA2D71}"/>
                </a:ext>
              </a:extLst>
            </p:cNvPr>
            <p:cNvSpPr/>
            <p:nvPr/>
          </p:nvSpPr>
          <p:spPr>
            <a:xfrm>
              <a:off x="7951698" y="2976042"/>
              <a:ext cx="1443170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AAFF1E32-C1DA-4465-B80C-42EDBC58FA74}"/>
                </a:ext>
              </a:extLst>
            </p:cNvPr>
            <p:cNvSpPr/>
            <p:nvPr/>
          </p:nvSpPr>
          <p:spPr>
            <a:xfrm>
              <a:off x="9621233" y="2976042"/>
              <a:ext cx="650619" cy="2741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RESET</a:t>
              </a:r>
              <a:endParaRPr lang="ko-KR" altLang="en-US" dirty="0"/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AC4F599E-3198-4A81-BBC8-7D8B82FE945A}"/>
              </a:ext>
            </a:extLst>
          </p:cNvPr>
          <p:cNvGrpSpPr/>
          <p:nvPr/>
        </p:nvGrpSpPr>
        <p:grpSpPr>
          <a:xfrm>
            <a:off x="5242956" y="5322685"/>
            <a:ext cx="5028897" cy="307777"/>
            <a:chOff x="5242956" y="5290947"/>
            <a:chExt cx="5028897" cy="307777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50B9E0B-236C-491B-82A6-146BA2E5E844}"/>
                </a:ext>
              </a:extLst>
            </p:cNvPr>
            <p:cNvSpPr txBox="1"/>
            <p:nvPr/>
          </p:nvSpPr>
          <p:spPr>
            <a:xfrm>
              <a:off x="5242956" y="5290947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No.1 Pump Operating Time</a:t>
              </a:r>
              <a:endParaRPr lang="ko-KR" altLang="en-US" sz="1400" b="1" dirty="0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C9520E5-C747-4208-83FB-FB7BF57AAD17}"/>
                </a:ext>
              </a:extLst>
            </p:cNvPr>
            <p:cNvSpPr/>
            <p:nvPr/>
          </p:nvSpPr>
          <p:spPr>
            <a:xfrm>
              <a:off x="7951520" y="5307768"/>
              <a:ext cx="1442374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FBA75DE-6607-40B2-8759-3810F0898277}"/>
                </a:ext>
              </a:extLst>
            </p:cNvPr>
            <p:cNvSpPr/>
            <p:nvPr/>
          </p:nvSpPr>
          <p:spPr>
            <a:xfrm>
              <a:off x="9621234" y="5307768"/>
              <a:ext cx="650619" cy="2741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RESET</a:t>
              </a:r>
              <a:endParaRPr lang="ko-KR" altLang="en-US" dirty="0"/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16F0130A-A2E5-45A0-BE02-963D144EE179}"/>
              </a:ext>
            </a:extLst>
          </p:cNvPr>
          <p:cNvGrpSpPr/>
          <p:nvPr/>
        </p:nvGrpSpPr>
        <p:grpSpPr>
          <a:xfrm>
            <a:off x="5242956" y="5993128"/>
            <a:ext cx="5028897" cy="307777"/>
            <a:chOff x="5242956" y="5993128"/>
            <a:chExt cx="5028897" cy="307777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D0A11CF-DC40-4D9F-8ABE-3BA9BF9AF58A}"/>
                </a:ext>
              </a:extLst>
            </p:cNvPr>
            <p:cNvSpPr txBox="1"/>
            <p:nvPr/>
          </p:nvSpPr>
          <p:spPr>
            <a:xfrm>
              <a:off x="5242956" y="5993128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No.2 Pump Operating Time</a:t>
              </a:r>
              <a:endParaRPr lang="ko-KR" altLang="en-US" sz="1400" b="1" dirty="0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205CA529-E69E-42E9-9C9C-36BEF9DE0388}"/>
                </a:ext>
              </a:extLst>
            </p:cNvPr>
            <p:cNvSpPr/>
            <p:nvPr/>
          </p:nvSpPr>
          <p:spPr>
            <a:xfrm>
              <a:off x="7951520" y="6009949"/>
              <a:ext cx="1442374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5E79B038-49C4-4888-8070-13E0BC546443}"/>
                </a:ext>
              </a:extLst>
            </p:cNvPr>
            <p:cNvSpPr/>
            <p:nvPr/>
          </p:nvSpPr>
          <p:spPr>
            <a:xfrm>
              <a:off x="9621234" y="6009949"/>
              <a:ext cx="650619" cy="2741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RESET</a:t>
              </a:r>
              <a:endParaRPr lang="ko-KR" altLang="en-US" dirty="0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884ADB82-C119-4151-9A9B-1FC8CFCC59A6}"/>
              </a:ext>
            </a:extLst>
          </p:cNvPr>
          <p:cNvSpPr txBox="1"/>
          <p:nvPr/>
        </p:nvSpPr>
        <p:spPr>
          <a:xfrm>
            <a:off x="7362702" y="3364152"/>
            <a:ext cx="20856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Catalyst Layer 1 at 8,000 hours</a:t>
            </a:r>
            <a:endParaRPr lang="ko-KR" altLang="en-US" sz="6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2208AE7-D9BD-4E80-BF44-9C6F95FCEC99}"/>
              </a:ext>
            </a:extLst>
          </p:cNvPr>
          <p:cNvSpPr txBox="1"/>
          <p:nvPr/>
        </p:nvSpPr>
        <p:spPr>
          <a:xfrm>
            <a:off x="7712352" y="4058200"/>
            <a:ext cx="173186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>
                <a:solidFill>
                  <a:srgbClr val="FF0000"/>
                </a:solidFill>
              </a:rPr>
              <a:t>Replace Catalyst Layer 2 at 0%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7F69A8B8-FF25-402F-AE13-0CA4F32E8956}"/>
              </a:ext>
            </a:extLst>
          </p:cNvPr>
          <p:cNvGrpSpPr/>
          <p:nvPr/>
        </p:nvGrpSpPr>
        <p:grpSpPr>
          <a:xfrm>
            <a:off x="5242956" y="3764955"/>
            <a:ext cx="5039963" cy="309174"/>
            <a:chOff x="5242956" y="3669266"/>
            <a:chExt cx="5039963" cy="309174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63EAFEA-EA91-401B-BF83-30C98690883D}"/>
                </a:ext>
              </a:extLst>
            </p:cNvPr>
            <p:cNvSpPr txBox="1"/>
            <p:nvPr/>
          </p:nvSpPr>
          <p:spPr>
            <a:xfrm>
              <a:off x="5242956" y="3669266"/>
              <a:ext cx="2754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S-trap Life Time</a:t>
              </a:r>
              <a:endParaRPr lang="ko-KR" altLang="en-US" sz="1400" b="1" dirty="0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0DCD5077-97A9-42FB-9C95-C5C72F282F2C}"/>
                </a:ext>
              </a:extLst>
            </p:cNvPr>
            <p:cNvSpPr/>
            <p:nvPr/>
          </p:nvSpPr>
          <p:spPr>
            <a:xfrm>
              <a:off x="9630948" y="3704305"/>
              <a:ext cx="651971" cy="2741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RESET</a:t>
              </a:r>
              <a:endParaRPr lang="ko-KR" altLang="en-US" dirty="0"/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53C382E3-7E51-4AFA-BA36-9285F7AB3E49}"/>
                </a:ext>
              </a:extLst>
            </p:cNvPr>
            <p:cNvGrpSpPr/>
            <p:nvPr/>
          </p:nvGrpSpPr>
          <p:grpSpPr>
            <a:xfrm>
              <a:off x="6881751" y="3702354"/>
              <a:ext cx="2520899" cy="274135"/>
              <a:chOff x="7038993" y="3981609"/>
              <a:chExt cx="2369821" cy="274135"/>
            </a:xfrm>
          </p:grpSpPr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0FAC4C17-3D4D-4B74-B546-4BB38C08FBE1}"/>
                  </a:ext>
                </a:extLst>
              </p:cNvPr>
              <p:cNvSpPr/>
              <p:nvPr/>
            </p:nvSpPr>
            <p:spPr>
              <a:xfrm>
                <a:off x="7038993" y="3981609"/>
                <a:ext cx="2369821" cy="27413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841181A3-5602-4132-AC86-83836191B74B}"/>
                  </a:ext>
                </a:extLst>
              </p:cNvPr>
              <p:cNvSpPr/>
              <p:nvPr/>
            </p:nvSpPr>
            <p:spPr>
              <a:xfrm>
                <a:off x="7044061" y="3996666"/>
                <a:ext cx="33843" cy="25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B483B70-57A9-4925-9CA6-7C8B19A4D470}"/>
                </a:ext>
              </a:extLst>
            </p:cNvPr>
            <p:cNvSpPr txBox="1"/>
            <p:nvPr/>
          </p:nvSpPr>
          <p:spPr>
            <a:xfrm>
              <a:off x="8764514" y="3670144"/>
              <a:ext cx="651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/>
                <a:t>0%</a:t>
              </a:r>
              <a:endParaRPr lang="ko-KR" altLang="en-US" sz="140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384F9CA-F0F1-42EE-BC60-2BF4D2BC93F3}"/>
              </a:ext>
            </a:extLst>
          </p:cNvPr>
          <p:cNvSpPr txBox="1"/>
          <p:nvPr/>
        </p:nvSpPr>
        <p:spPr>
          <a:xfrm>
            <a:off x="480950" y="3321067"/>
            <a:ext cx="2973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MOC RESET ‘YES’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팝업 창</a:t>
            </a:r>
            <a:endParaRPr lang="en-US" altLang="ko-KR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E1F4EF-572E-4C6A-A78D-4A34911B97E6}"/>
              </a:ext>
            </a:extLst>
          </p:cNvPr>
          <p:cNvSpPr txBox="1"/>
          <p:nvPr/>
        </p:nvSpPr>
        <p:spPr>
          <a:xfrm>
            <a:off x="338219" y="4368577"/>
            <a:ext cx="304171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S-trap RESET ‘YES’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b="1" dirty="0"/>
              <a:t>Do you still want to proceed?</a:t>
            </a:r>
          </a:p>
          <a:p>
            <a:pPr algn="ctr"/>
            <a:endParaRPr lang="en-US" altLang="ko-KR" sz="1200" dirty="0"/>
          </a:p>
          <a:p>
            <a:r>
              <a:rPr lang="en-US" altLang="ko-KR" sz="1200" dirty="0"/>
              <a:t>Once the gauge is reset, it cannot be undone. If the catalyst has NOT been replaced, MOCS performance prediction may be inaccurate.</a:t>
            </a:r>
            <a:endParaRPr lang="ko-KR" altLang="en-US" sz="1200" dirty="0"/>
          </a:p>
          <a:p>
            <a:endParaRPr lang="ko-KR" altLang="en-US" dirty="0"/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1020A09E-EFAB-48A1-B2EB-A37F1766D9B3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3454095" y="3459567"/>
            <a:ext cx="2024618" cy="93310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DE49974-E6FD-47ED-8766-CB0CFFFE2F0E}"/>
              </a:ext>
            </a:extLst>
          </p:cNvPr>
          <p:cNvGrpSpPr/>
          <p:nvPr/>
        </p:nvGrpSpPr>
        <p:grpSpPr>
          <a:xfrm>
            <a:off x="5738733" y="2792011"/>
            <a:ext cx="4530436" cy="3521214"/>
            <a:chOff x="5738733" y="2792011"/>
            <a:chExt cx="4530436" cy="3521214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9380643-0097-419C-8EB5-ACA2E3E93415}"/>
                </a:ext>
              </a:extLst>
            </p:cNvPr>
            <p:cNvSpPr/>
            <p:nvPr/>
          </p:nvSpPr>
          <p:spPr>
            <a:xfrm>
              <a:off x="5738733" y="2792011"/>
              <a:ext cx="4530436" cy="3521214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  <a:p>
              <a:pPr algn="ctr"/>
              <a:br>
                <a:rPr lang="en-US" altLang="ko-KR" dirty="0"/>
              </a:br>
              <a:endParaRPr lang="ko-KR" alt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4559FD1-D325-479A-9A6E-EFBF11B279C0}"/>
                </a:ext>
              </a:extLst>
            </p:cNvPr>
            <p:cNvSpPr txBox="1"/>
            <p:nvPr/>
          </p:nvSpPr>
          <p:spPr>
            <a:xfrm>
              <a:off x="6258774" y="3558891"/>
              <a:ext cx="3490355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/>
                <a:t>Do you still want to proceed?</a:t>
              </a:r>
            </a:p>
            <a:p>
              <a:pPr algn="ctr"/>
              <a:endParaRPr lang="en-US" altLang="ko-KR" dirty="0"/>
            </a:p>
            <a:p>
              <a:r>
                <a:rPr lang="en-US" altLang="ko-KR" sz="1400" dirty="0"/>
                <a:t>Once the time is reset, it cannot be undone. If the catalyst has NOT been replaced, MOCS performance prediction may be inaccurate.</a:t>
              </a:r>
              <a:endParaRPr lang="ko-KR" altLang="en-US" sz="1400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A825010-3C79-432A-A68C-B4365DCA06B0}"/>
                </a:ext>
              </a:extLst>
            </p:cNvPr>
            <p:cNvGrpSpPr/>
            <p:nvPr/>
          </p:nvGrpSpPr>
          <p:grpSpPr>
            <a:xfrm>
              <a:off x="7072299" y="5815904"/>
              <a:ext cx="1863305" cy="303597"/>
              <a:chOff x="7362706" y="5815904"/>
              <a:chExt cx="1066503" cy="303597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E3534FEF-C255-4A09-BD2F-14F8D47123CF}"/>
                  </a:ext>
                </a:extLst>
              </p:cNvPr>
              <p:cNvSpPr/>
              <p:nvPr/>
            </p:nvSpPr>
            <p:spPr>
              <a:xfrm>
                <a:off x="7362706" y="5819624"/>
                <a:ext cx="486888" cy="299877"/>
              </a:xfrm>
              <a:prstGeom prst="rect">
                <a:avLst/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</a:rPr>
                  <a:t>PROCEED</a:t>
                </a:r>
                <a:endParaRPr lang="ko-KR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AF6EB501-EB3D-4CE6-B9CB-C49FBB2B4A6C}"/>
                  </a:ext>
                </a:extLst>
              </p:cNvPr>
              <p:cNvSpPr/>
              <p:nvPr/>
            </p:nvSpPr>
            <p:spPr>
              <a:xfrm>
                <a:off x="7942321" y="5815904"/>
                <a:ext cx="486888" cy="299877"/>
              </a:xfrm>
              <a:prstGeom prst="rect">
                <a:avLst/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</a:rPr>
                  <a:t>CANCEL</a:t>
                </a:r>
                <a:endParaRPr lang="ko-KR" alt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3C83BA5-D518-4F9A-9A87-914FD7CF799B}"/>
                </a:ext>
              </a:extLst>
            </p:cNvPr>
            <p:cNvSpPr txBox="1"/>
            <p:nvPr/>
          </p:nvSpPr>
          <p:spPr>
            <a:xfrm>
              <a:off x="6771697" y="2905252"/>
              <a:ext cx="2793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rgbClr val="FF0000"/>
                  </a:solidFill>
                  <a:latin typeface="72 Black" panose="020B0A04030603020204" pitchFamily="34" charset="0"/>
                  <a:cs typeface="72 Black" panose="020B0A04030603020204" pitchFamily="34" charset="0"/>
                </a:rPr>
                <a:t>WARNING</a:t>
              </a:r>
              <a:endParaRPr lang="ko-KR" altLang="en-US" sz="2400" dirty="0">
                <a:solidFill>
                  <a:srgbClr val="FF0000"/>
                </a:solidFill>
                <a:latin typeface="72 Black" panose="020B0A04030603020204" pitchFamily="34" charset="0"/>
                <a:cs typeface="72 Black" panose="020B0A04030603020204" pitchFamily="34" charset="0"/>
              </a:endParaRPr>
            </a:p>
          </p:txBody>
        </p:sp>
      </p:grpSp>
      <p:pic>
        <p:nvPicPr>
          <p:cNvPr id="53" name="그래픽 49" descr="경고 단색으로 채워진">
            <a:extLst>
              <a:ext uri="{FF2B5EF4-FFF2-40B4-BE49-F238E27FC236}">
                <a16:creationId xmlns:a16="http://schemas.microsoft.com/office/drawing/2014/main" id="{3823E20A-B013-41B6-8F86-1B0E185DA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5142" y="2915412"/>
            <a:ext cx="444355" cy="44435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0CB1B0F3-E23D-4505-B963-F979126E2D88}"/>
              </a:ext>
            </a:extLst>
          </p:cNvPr>
          <p:cNvSpPr txBox="1"/>
          <p:nvPr/>
        </p:nvSpPr>
        <p:spPr>
          <a:xfrm>
            <a:off x="172192" y="2529444"/>
            <a:ext cx="304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2-2. MOC,</a:t>
            </a:r>
            <a:r>
              <a:rPr lang="ko-KR" altLang="en-US" dirty="0"/>
              <a:t> </a:t>
            </a:r>
            <a:r>
              <a:rPr lang="en-US" altLang="ko-KR" dirty="0"/>
              <a:t>S-trap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953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31B24B-AB25-4AE3-8E13-D438BD00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" y="0"/>
            <a:ext cx="3679194" cy="24109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51B19A-9CF9-4A68-9703-40FC0044456C}"/>
              </a:ext>
            </a:extLst>
          </p:cNvPr>
          <p:cNvSpPr txBox="1"/>
          <p:nvPr/>
        </p:nvSpPr>
        <p:spPr>
          <a:xfrm>
            <a:off x="172192" y="3393897"/>
            <a:ext cx="3009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No. 1 Pump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팝업창</a:t>
            </a:r>
            <a:endParaRPr lang="en-US" altLang="ko-KR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69867-DA01-4BDA-BA6A-70CE94F9808D}"/>
              </a:ext>
            </a:extLst>
          </p:cNvPr>
          <p:cNvSpPr txBox="1"/>
          <p:nvPr/>
        </p:nvSpPr>
        <p:spPr>
          <a:xfrm>
            <a:off x="172192" y="2529444"/>
            <a:ext cx="304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3-1. Pump Time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7C3840-9C76-453D-9EC4-2657111EB2E4}"/>
              </a:ext>
            </a:extLst>
          </p:cNvPr>
          <p:cNvSpPr txBox="1"/>
          <p:nvPr/>
        </p:nvSpPr>
        <p:spPr>
          <a:xfrm>
            <a:off x="420366" y="4677931"/>
            <a:ext cx="304171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No. 2 Pump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Are you sure</a:t>
            </a:r>
          </a:p>
          <a:p>
            <a:pPr algn="ctr"/>
            <a:r>
              <a:rPr lang="en-US" altLang="ko-KR" sz="1600" b="1" dirty="0"/>
              <a:t>you want to reset the gauge?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Please ensure the No.2 Pump inside the F.O</a:t>
            </a:r>
            <a:r>
              <a:rPr lang="ko-KR" altLang="en-US" sz="1100" dirty="0"/>
              <a:t> </a:t>
            </a:r>
            <a:r>
              <a:rPr lang="en-US" altLang="ko-KR" sz="1100" dirty="0"/>
              <a:t>Supply</a:t>
            </a:r>
            <a:r>
              <a:rPr lang="ko-KR" altLang="en-US" sz="1100" dirty="0"/>
              <a:t> </a:t>
            </a:r>
            <a:r>
              <a:rPr lang="en-US" altLang="ko-KR" sz="1100" dirty="0"/>
              <a:t>pump</a:t>
            </a:r>
            <a:r>
              <a:rPr lang="ko-KR" altLang="en-US" sz="1100" dirty="0"/>
              <a:t> </a:t>
            </a:r>
            <a:r>
              <a:rPr lang="en-US" altLang="ko-KR" sz="1100" dirty="0"/>
              <a:t>has been replaced before proceeding.</a:t>
            </a:r>
            <a:endParaRPr lang="ko-KR" altLang="en-US" sz="1100" dirty="0"/>
          </a:p>
          <a:p>
            <a:endParaRPr lang="ko-KR" altLang="en-US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ECE009C-36E7-4CCD-AD65-721B211A14B9}"/>
              </a:ext>
            </a:extLst>
          </p:cNvPr>
          <p:cNvGrpSpPr/>
          <p:nvPr/>
        </p:nvGrpSpPr>
        <p:grpSpPr>
          <a:xfrm>
            <a:off x="3835730" y="1710045"/>
            <a:ext cx="8181209" cy="4963887"/>
            <a:chOff x="3835730" y="1710045"/>
            <a:chExt cx="8181209" cy="4963887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0C9F19B9-8252-4B81-8471-D1E8FFBE6C87}"/>
                </a:ext>
              </a:extLst>
            </p:cNvPr>
            <p:cNvSpPr/>
            <p:nvPr/>
          </p:nvSpPr>
          <p:spPr>
            <a:xfrm>
              <a:off x="3835730" y="1710045"/>
              <a:ext cx="8181209" cy="4963887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FF3BDA1-F932-4D39-8462-F39E442CF333}"/>
                </a:ext>
              </a:extLst>
            </p:cNvPr>
            <p:cNvSpPr/>
            <p:nvPr/>
          </p:nvSpPr>
          <p:spPr>
            <a:xfrm>
              <a:off x="3919846" y="2164086"/>
              <a:ext cx="8012976" cy="445814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B2FEA91-C206-4248-B0B4-76AE4B2116FD}"/>
                </a:ext>
              </a:extLst>
            </p:cNvPr>
            <p:cNvSpPr txBox="1"/>
            <p:nvPr/>
          </p:nvSpPr>
          <p:spPr>
            <a:xfrm>
              <a:off x="4939690" y="1763976"/>
              <a:ext cx="5973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MOCS Time Counter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74BE3D6-28C8-4B7C-8FC7-231514173BF9}"/>
              </a:ext>
            </a:extLst>
          </p:cNvPr>
          <p:cNvSpPr txBox="1"/>
          <p:nvPr/>
        </p:nvSpPr>
        <p:spPr>
          <a:xfrm>
            <a:off x="7713027" y="3364152"/>
            <a:ext cx="20856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downstream catalyst every 8,000 hours</a:t>
            </a:r>
            <a:endParaRPr lang="ko-KR" altLang="en-US" sz="6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7B1A79-D406-46C1-BBCD-698C78F3A5E2}"/>
              </a:ext>
            </a:extLst>
          </p:cNvPr>
          <p:cNvSpPr txBox="1"/>
          <p:nvPr/>
        </p:nvSpPr>
        <p:spPr>
          <a:xfrm>
            <a:off x="7413541" y="4117577"/>
            <a:ext cx="24463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upstream catalyst when lifetime reaches 0%</a:t>
            </a:r>
            <a:endParaRPr lang="ko-KR" altLang="en-US" sz="6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0164493-B236-42D9-8CE7-B35C3D3F0665}"/>
              </a:ext>
            </a:extLst>
          </p:cNvPr>
          <p:cNvGrpSpPr/>
          <p:nvPr/>
        </p:nvGrpSpPr>
        <p:grpSpPr>
          <a:xfrm>
            <a:off x="5298540" y="2447817"/>
            <a:ext cx="4502238" cy="307777"/>
            <a:chOff x="5242956" y="2424065"/>
            <a:chExt cx="4502238" cy="30777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58B93E7-3BE4-4C02-958F-B091D347FC09}"/>
                </a:ext>
              </a:extLst>
            </p:cNvPr>
            <p:cNvSpPr txBox="1"/>
            <p:nvPr/>
          </p:nvSpPr>
          <p:spPr>
            <a:xfrm>
              <a:off x="5242956" y="2424065"/>
              <a:ext cx="288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MOCS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BF6C2B9-4986-4092-B5EB-8FCD281313C6}"/>
                </a:ext>
              </a:extLst>
            </p:cNvPr>
            <p:cNvSpPr/>
            <p:nvPr/>
          </p:nvSpPr>
          <p:spPr>
            <a:xfrm>
              <a:off x="7926781" y="2440886"/>
              <a:ext cx="1818413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12,500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33B0256-992D-4FF5-B2C9-CBB7170E8970}"/>
              </a:ext>
            </a:extLst>
          </p:cNvPr>
          <p:cNvGrpSpPr/>
          <p:nvPr/>
        </p:nvGrpSpPr>
        <p:grpSpPr>
          <a:xfrm>
            <a:off x="5298539" y="4546503"/>
            <a:ext cx="4501263" cy="307777"/>
            <a:chOff x="5242956" y="4543674"/>
            <a:chExt cx="4501263" cy="30777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4F8817-365B-45E1-847D-1E0A6A7024E0}"/>
                </a:ext>
              </a:extLst>
            </p:cNvPr>
            <p:cNvSpPr txBox="1"/>
            <p:nvPr/>
          </p:nvSpPr>
          <p:spPr>
            <a:xfrm>
              <a:off x="5242956" y="4543674"/>
              <a:ext cx="36495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F.O Supply Pump Total Operating Time</a:t>
              </a:r>
              <a:endParaRPr lang="ko-KR" altLang="en-US" sz="1400" b="1" dirty="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674F7C4-4A66-4D12-8578-9BE5BF8ACE7F}"/>
                </a:ext>
              </a:extLst>
            </p:cNvPr>
            <p:cNvSpPr/>
            <p:nvPr/>
          </p:nvSpPr>
          <p:spPr>
            <a:xfrm>
              <a:off x="7926808" y="456049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12,474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B5759A2-E084-4E91-B738-B762D5E48110}"/>
              </a:ext>
            </a:extLst>
          </p:cNvPr>
          <p:cNvGrpSpPr/>
          <p:nvPr/>
        </p:nvGrpSpPr>
        <p:grpSpPr>
          <a:xfrm>
            <a:off x="5298540" y="3147379"/>
            <a:ext cx="5244801" cy="307777"/>
            <a:chOff x="5298540" y="3094789"/>
            <a:chExt cx="5244801" cy="30777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F836108-8278-4116-8DEE-E94161E286D5}"/>
                </a:ext>
              </a:extLst>
            </p:cNvPr>
            <p:cNvSpPr txBox="1"/>
            <p:nvPr/>
          </p:nvSpPr>
          <p:spPr>
            <a:xfrm>
              <a:off x="5298540" y="3094789"/>
              <a:ext cx="2446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 Operating Time</a:t>
              </a:r>
              <a:endParaRPr lang="ko-KR" altLang="en-US" sz="1400" b="1" dirty="0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BF8D3C3E-48EA-41EF-99BE-74F446071679}"/>
                </a:ext>
              </a:extLst>
            </p:cNvPr>
            <p:cNvSpPr/>
            <p:nvPr/>
          </p:nvSpPr>
          <p:spPr>
            <a:xfrm>
              <a:off x="7982363" y="3111610"/>
              <a:ext cx="1818414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94106EC-C0B0-4E17-BC55-46FF6289564D}"/>
                </a:ext>
              </a:extLst>
            </p:cNvPr>
            <p:cNvSpPr/>
            <p:nvPr/>
          </p:nvSpPr>
          <p:spPr>
            <a:xfrm>
              <a:off x="10027143" y="3156344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BDF9F7F-0D12-48EC-B636-43B434075695}"/>
              </a:ext>
            </a:extLst>
          </p:cNvPr>
          <p:cNvGrpSpPr/>
          <p:nvPr/>
        </p:nvGrpSpPr>
        <p:grpSpPr>
          <a:xfrm>
            <a:off x="5298540" y="5246065"/>
            <a:ext cx="5244802" cy="307777"/>
            <a:chOff x="5298540" y="5322404"/>
            <a:chExt cx="5244802" cy="307777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1494613-8943-43AA-9BFB-2D44F53BA5E4}"/>
                </a:ext>
              </a:extLst>
            </p:cNvPr>
            <p:cNvSpPr txBox="1"/>
            <p:nvPr/>
          </p:nvSpPr>
          <p:spPr>
            <a:xfrm>
              <a:off x="5298540" y="5322404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No.1 Pump Operating Time</a:t>
              </a:r>
              <a:endParaRPr lang="ko-KR" altLang="en-US" sz="1400" b="1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0F7DA73F-87CF-4D3F-B0E5-3905C9B8D221}"/>
                </a:ext>
              </a:extLst>
            </p:cNvPr>
            <p:cNvSpPr/>
            <p:nvPr/>
          </p:nvSpPr>
          <p:spPr>
            <a:xfrm>
              <a:off x="7982392" y="533922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F90C81A-D430-4DA1-A4A0-76BD861B3AAF}"/>
                </a:ext>
              </a:extLst>
            </p:cNvPr>
            <p:cNvSpPr/>
            <p:nvPr/>
          </p:nvSpPr>
          <p:spPr>
            <a:xfrm>
              <a:off x="10027144" y="5383959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BF2CC11E-720D-45E8-9EF7-22BDA4D27AAE}"/>
              </a:ext>
            </a:extLst>
          </p:cNvPr>
          <p:cNvGrpSpPr/>
          <p:nvPr/>
        </p:nvGrpSpPr>
        <p:grpSpPr>
          <a:xfrm>
            <a:off x="5298540" y="5945625"/>
            <a:ext cx="5244802" cy="307777"/>
            <a:chOff x="5298540" y="5993128"/>
            <a:chExt cx="5244802" cy="30777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7704A8F-5D01-4777-A704-182AADF109E8}"/>
                </a:ext>
              </a:extLst>
            </p:cNvPr>
            <p:cNvSpPr txBox="1"/>
            <p:nvPr/>
          </p:nvSpPr>
          <p:spPr>
            <a:xfrm>
              <a:off x="5298540" y="5993128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No.2 Pump Operating Time</a:t>
              </a:r>
              <a:endParaRPr lang="ko-KR" altLang="en-US" sz="1400" b="1" dirty="0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2309EE5-518D-4413-9450-3B3BB4856256}"/>
                </a:ext>
              </a:extLst>
            </p:cNvPr>
            <p:cNvSpPr/>
            <p:nvPr/>
          </p:nvSpPr>
          <p:spPr>
            <a:xfrm>
              <a:off x="7982392" y="6009949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21336F5-8108-4E45-BC0F-11D0E88B91A5}"/>
                </a:ext>
              </a:extLst>
            </p:cNvPr>
            <p:cNvSpPr/>
            <p:nvPr/>
          </p:nvSpPr>
          <p:spPr>
            <a:xfrm>
              <a:off x="10027144" y="6054683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E0FACF51-1F53-4B44-9DA1-F78BEA53C73F}"/>
              </a:ext>
            </a:extLst>
          </p:cNvPr>
          <p:cNvGrpSpPr/>
          <p:nvPr/>
        </p:nvGrpSpPr>
        <p:grpSpPr>
          <a:xfrm>
            <a:off x="5298540" y="3846941"/>
            <a:ext cx="5255588" cy="307777"/>
            <a:chOff x="5298540" y="3765513"/>
            <a:chExt cx="5255588" cy="30777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AD71A41-91A9-430B-A4B5-2620670B541C}"/>
                </a:ext>
              </a:extLst>
            </p:cNvPr>
            <p:cNvSpPr txBox="1"/>
            <p:nvPr/>
          </p:nvSpPr>
          <p:spPr>
            <a:xfrm>
              <a:off x="5298540" y="3765513"/>
              <a:ext cx="2754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S-trap Lifetime</a:t>
              </a:r>
              <a:endParaRPr lang="ko-KR" altLang="en-US" sz="1400" b="1" dirty="0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B52CAF48-F46A-4A45-ACD7-A8FE1AD48149}"/>
                </a:ext>
              </a:extLst>
            </p:cNvPr>
            <p:cNvSpPr/>
            <p:nvPr/>
          </p:nvSpPr>
          <p:spPr>
            <a:xfrm>
              <a:off x="10036857" y="3827068"/>
              <a:ext cx="517271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A2CC840-1A1A-4AF7-BA86-DED08462D33E}"/>
                </a:ext>
              </a:extLst>
            </p:cNvPr>
            <p:cNvSpPr/>
            <p:nvPr/>
          </p:nvSpPr>
          <p:spPr>
            <a:xfrm>
              <a:off x="7659584" y="3782334"/>
              <a:ext cx="2148975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91FED43-7557-498C-9C93-F49AD35216F9}"/>
                </a:ext>
              </a:extLst>
            </p:cNvPr>
            <p:cNvSpPr/>
            <p:nvPr/>
          </p:nvSpPr>
          <p:spPr>
            <a:xfrm>
              <a:off x="7863326" y="3793401"/>
              <a:ext cx="1933387" cy="25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E03CA6A-B85B-4E21-9D8A-8E0A7C8F1452}"/>
                </a:ext>
              </a:extLst>
            </p:cNvPr>
            <p:cNvSpPr txBox="1"/>
            <p:nvPr/>
          </p:nvSpPr>
          <p:spPr>
            <a:xfrm>
              <a:off x="9170423" y="3765513"/>
              <a:ext cx="651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/>
                <a:t>90%</a:t>
              </a:r>
              <a:endParaRPr lang="ko-KR" altLang="en-US" sz="1400" dirty="0"/>
            </a:p>
          </p:txBody>
        </p: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5C90F3D-643D-4D41-8492-50B55126E665}"/>
              </a:ext>
            </a:extLst>
          </p:cNvPr>
          <p:cNvCxnSpPr>
            <a:cxnSpLocks/>
          </p:cNvCxnSpPr>
          <p:nvPr/>
        </p:nvCxnSpPr>
        <p:spPr>
          <a:xfrm>
            <a:off x="5190334" y="2947474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A6D141AE-FA4D-4D55-A660-B268F654231C}"/>
              </a:ext>
            </a:extLst>
          </p:cNvPr>
          <p:cNvCxnSpPr>
            <a:cxnSpLocks/>
          </p:cNvCxnSpPr>
          <p:nvPr/>
        </p:nvCxnSpPr>
        <p:spPr>
          <a:xfrm>
            <a:off x="5190334" y="4358659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6696DA35-3BE0-44D6-9245-63915B6A8A04}"/>
              </a:ext>
            </a:extLst>
          </p:cNvPr>
          <p:cNvCxnSpPr>
            <a:cxnSpLocks/>
          </p:cNvCxnSpPr>
          <p:nvPr/>
        </p:nvCxnSpPr>
        <p:spPr>
          <a:xfrm>
            <a:off x="3181810" y="3532397"/>
            <a:ext cx="2301070" cy="117504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0195F711-32D3-429B-B18D-31621E31081F}"/>
              </a:ext>
            </a:extLst>
          </p:cNvPr>
          <p:cNvGrpSpPr/>
          <p:nvPr/>
        </p:nvGrpSpPr>
        <p:grpSpPr>
          <a:xfrm>
            <a:off x="5738733" y="2792011"/>
            <a:ext cx="4530436" cy="3521214"/>
            <a:chOff x="5738733" y="2792011"/>
            <a:chExt cx="4530436" cy="3521214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641FF22-0BD0-4EB5-9855-0B360B79E639}"/>
                </a:ext>
              </a:extLst>
            </p:cNvPr>
            <p:cNvSpPr/>
            <p:nvPr/>
          </p:nvSpPr>
          <p:spPr>
            <a:xfrm>
              <a:off x="5738733" y="2792011"/>
              <a:ext cx="4530436" cy="3521214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  <a:p>
              <a:pPr algn="ctr"/>
              <a:br>
                <a:rPr lang="en-US" altLang="ko-KR" dirty="0"/>
              </a:br>
              <a:endParaRPr lang="ko-KR" alt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BC49E59-D97C-475A-BAB2-1787A392F49E}"/>
                </a:ext>
              </a:extLst>
            </p:cNvPr>
            <p:cNvSpPr txBox="1"/>
            <p:nvPr/>
          </p:nvSpPr>
          <p:spPr>
            <a:xfrm>
              <a:off x="6258774" y="3636078"/>
              <a:ext cx="3490355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/>
                <a:t>Are you sure</a:t>
              </a:r>
            </a:p>
            <a:p>
              <a:pPr algn="ctr"/>
              <a:r>
                <a:rPr lang="en-US" altLang="ko-KR" sz="2000" b="1" dirty="0"/>
                <a:t>you want to reset the time?</a:t>
              </a:r>
            </a:p>
            <a:p>
              <a:pPr algn="ctr"/>
              <a:endParaRPr lang="en-US" altLang="ko-KR" dirty="0"/>
            </a:p>
            <a:p>
              <a:r>
                <a:rPr lang="en-US" altLang="ko-KR" sz="1400" dirty="0"/>
                <a:t>Please ensure the No.1 Pump inside the F.O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Supply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pump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has been replaced before proceeding.</a:t>
              </a:r>
              <a:endParaRPr lang="ko-KR" altLang="en-US" sz="1400" dirty="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0D80B19D-114F-4FE8-91B8-FAE8F6065764}"/>
                </a:ext>
              </a:extLst>
            </p:cNvPr>
            <p:cNvGrpSpPr/>
            <p:nvPr/>
          </p:nvGrpSpPr>
          <p:grpSpPr>
            <a:xfrm>
              <a:off x="7470700" y="5815904"/>
              <a:ext cx="1066503" cy="303597"/>
              <a:chOff x="7362706" y="5815904"/>
              <a:chExt cx="1066503" cy="303597"/>
            </a:xfrm>
          </p:grpSpPr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BE34E588-6949-4422-88EA-04D45CEF8DEA}"/>
                  </a:ext>
                </a:extLst>
              </p:cNvPr>
              <p:cNvSpPr/>
              <p:nvPr/>
            </p:nvSpPr>
            <p:spPr>
              <a:xfrm>
                <a:off x="7362706" y="5819624"/>
                <a:ext cx="486888" cy="299877"/>
              </a:xfrm>
              <a:prstGeom prst="rect">
                <a:avLst/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</a:rPr>
                  <a:t>YES</a:t>
                </a:r>
                <a:endParaRPr lang="ko-KR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B6E21A37-5B66-42B2-A963-AC86CAF0A90A}"/>
                  </a:ext>
                </a:extLst>
              </p:cNvPr>
              <p:cNvSpPr/>
              <p:nvPr/>
            </p:nvSpPr>
            <p:spPr>
              <a:xfrm>
                <a:off x="7942321" y="5815904"/>
                <a:ext cx="486888" cy="299877"/>
              </a:xfrm>
              <a:prstGeom prst="rect">
                <a:avLst/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</a:rPr>
                  <a:t>NO</a:t>
                </a:r>
                <a:endParaRPr lang="ko-KR" altLang="en-US" sz="11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0016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31B24B-AB25-4AE3-8E13-D438BD00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" y="0"/>
            <a:ext cx="3679194" cy="2410901"/>
          </a:xfrm>
          <a:prstGeom prst="rect">
            <a:avLst/>
          </a:prstGeom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id="{CECE009C-36E7-4CCD-AD65-721B211A14B9}"/>
              </a:ext>
            </a:extLst>
          </p:cNvPr>
          <p:cNvGrpSpPr/>
          <p:nvPr/>
        </p:nvGrpSpPr>
        <p:grpSpPr>
          <a:xfrm>
            <a:off x="3835730" y="1710045"/>
            <a:ext cx="8181209" cy="4963887"/>
            <a:chOff x="3835730" y="1710045"/>
            <a:chExt cx="8181209" cy="4963887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0C9F19B9-8252-4B81-8471-D1E8FFBE6C87}"/>
                </a:ext>
              </a:extLst>
            </p:cNvPr>
            <p:cNvSpPr/>
            <p:nvPr/>
          </p:nvSpPr>
          <p:spPr>
            <a:xfrm>
              <a:off x="3835730" y="1710045"/>
              <a:ext cx="8181209" cy="4963887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FF3BDA1-F932-4D39-8462-F39E442CF333}"/>
                </a:ext>
              </a:extLst>
            </p:cNvPr>
            <p:cNvSpPr/>
            <p:nvPr/>
          </p:nvSpPr>
          <p:spPr>
            <a:xfrm>
              <a:off x="3919846" y="2164086"/>
              <a:ext cx="8012976" cy="445814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B2FEA91-C206-4248-B0B4-76AE4B2116FD}"/>
                </a:ext>
              </a:extLst>
            </p:cNvPr>
            <p:cNvSpPr txBox="1"/>
            <p:nvPr/>
          </p:nvSpPr>
          <p:spPr>
            <a:xfrm>
              <a:off x="4939690" y="1763976"/>
              <a:ext cx="5973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MOCS Time Counter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74BE3D6-28C8-4B7C-8FC7-231514173BF9}"/>
              </a:ext>
            </a:extLst>
          </p:cNvPr>
          <p:cNvSpPr txBox="1"/>
          <p:nvPr/>
        </p:nvSpPr>
        <p:spPr>
          <a:xfrm>
            <a:off x="7713027" y="3364152"/>
            <a:ext cx="20856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downstream catalyst every 8,000 hours</a:t>
            </a:r>
            <a:endParaRPr lang="ko-KR" altLang="en-US" sz="6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7B1A79-D406-46C1-BBCD-698C78F3A5E2}"/>
              </a:ext>
            </a:extLst>
          </p:cNvPr>
          <p:cNvSpPr txBox="1"/>
          <p:nvPr/>
        </p:nvSpPr>
        <p:spPr>
          <a:xfrm>
            <a:off x="7413541" y="4117577"/>
            <a:ext cx="24463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/>
              <a:t>Replace the upstream catalyst when lifetime reaches 0%</a:t>
            </a:r>
            <a:endParaRPr lang="ko-KR" altLang="en-US" sz="6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0164493-B236-42D9-8CE7-B35C3D3F0665}"/>
              </a:ext>
            </a:extLst>
          </p:cNvPr>
          <p:cNvGrpSpPr/>
          <p:nvPr/>
        </p:nvGrpSpPr>
        <p:grpSpPr>
          <a:xfrm>
            <a:off x="5298540" y="2447817"/>
            <a:ext cx="4502238" cy="307777"/>
            <a:chOff x="5242956" y="2424065"/>
            <a:chExt cx="4502238" cy="30777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58B93E7-3BE4-4C02-958F-B091D347FC09}"/>
                </a:ext>
              </a:extLst>
            </p:cNvPr>
            <p:cNvSpPr txBox="1"/>
            <p:nvPr/>
          </p:nvSpPr>
          <p:spPr>
            <a:xfrm>
              <a:off x="5242956" y="2424065"/>
              <a:ext cx="288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MOCS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Total Operating Time</a:t>
              </a:r>
              <a:endParaRPr lang="ko-KR" altLang="en-US" sz="1400" b="1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BF6C2B9-4986-4092-B5EB-8FCD281313C6}"/>
                </a:ext>
              </a:extLst>
            </p:cNvPr>
            <p:cNvSpPr/>
            <p:nvPr/>
          </p:nvSpPr>
          <p:spPr>
            <a:xfrm>
              <a:off x="7926781" y="2440886"/>
              <a:ext cx="1818413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12,500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33B0256-992D-4FF5-B2C9-CBB7170E8970}"/>
              </a:ext>
            </a:extLst>
          </p:cNvPr>
          <p:cNvGrpSpPr/>
          <p:nvPr/>
        </p:nvGrpSpPr>
        <p:grpSpPr>
          <a:xfrm>
            <a:off x="5298539" y="4546503"/>
            <a:ext cx="4501263" cy="307777"/>
            <a:chOff x="5242956" y="4543674"/>
            <a:chExt cx="4501263" cy="30777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4F8817-365B-45E1-847D-1E0A6A7024E0}"/>
                </a:ext>
              </a:extLst>
            </p:cNvPr>
            <p:cNvSpPr txBox="1"/>
            <p:nvPr/>
          </p:nvSpPr>
          <p:spPr>
            <a:xfrm>
              <a:off x="5242956" y="4543674"/>
              <a:ext cx="36495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F.O Supply Pump Total Operating Time</a:t>
              </a:r>
              <a:endParaRPr lang="ko-KR" altLang="en-US" sz="1400" b="1" dirty="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674F7C4-4A66-4D12-8578-9BE5BF8ACE7F}"/>
                </a:ext>
              </a:extLst>
            </p:cNvPr>
            <p:cNvSpPr/>
            <p:nvPr/>
          </p:nvSpPr>
          <p:spPr>
            <a:xfrm>
              <a:off x="7926808" y="456049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12,474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B5759A2-E084-4E91-B738-B762D5E48110}"/>
              </a:ext>
            </a:extLst>
          </p:cNvPr>
          <p:cNvGrpSpPr/>
          <p:nvPr/>
        </p:nvGrpSpPr>
        <p:grpSpPr>
          <a:xfrm>
            <a:off x="5298540" y="3147379"/>
            <a:ext cx="5244801" cy="307777"/>
            <a:chOff x="5298540" y="3094789"/>
            <a:chExt cx="5244801" cy="30777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F836108-8278-4116-8DEE-E94161E286D5}"/>
                </a:ext>
              </a:extLst>
            </p:cNvPr>
            <p:cNvSpPr txBox="1"/>
            <p:nvPr/>
          </p:nvSpPr>
          <p:spPr>
            <a:xfrm>
              <a:off x="5298540" y="3094789"/>
              <a:ext cx="2446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MOC Operating Time</a:t>
              </a:r>
              <a:endParaRPr lang="ko-KR" altLang="en-US" sz="1400" b="1" dirty="0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BF8D3C3E-48EA-41EF-99BE-74F446071679}"/>
                </a:ext>
              </a:extLst>
            </p:cNvPr>
            <p:cNvSpPr/>
            <p:nvPr/>
          </p:nvSpPr>
          <p:spPr>
            <a:xfrm>
              <a:off x="7982363" y="3111610"/>
              <a:ext cx="1818414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94106EC-C0B0-4E17-BC55-46FF6289564D}"/>
                </a:ext>
              </a:extLst>
            </p:cNvPr>
            <p:cNvSpPr/>
            <p:nvPr/>
          </p:nvSpPr>
          <p:spPr>
            <a:xfrm>
              <a:off x="10027143" y="3156344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BDF9F7F-0D12-48EC-B636-43B434075695}"/>
              </a:ext>
            </a:extLst>
          </p:cNvPr>
          <p:cNvGrpSpPr/>
          <p:nvPr/>
        </p:nvGrpSpPr>
        <p:grpSpPr>
          <a:xfrm>
            <a:off x="5298540" y="5246065"/>
            <a:ext cx="5244802" cy="307777"/>
            <a:chOff x="5298540" y="5322404"/>
            <a:chExt cx="5244802" cy="307777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1494613-8943-43AA-9BFB-2D44F53BA5E4}"/>
                </a:ext>
              </a:extLst>
            </p:cNvPr>
            <p:cNvSpPr txBox="1"/>
            <p:nvPr/>
          </p:nvSpPr>
          <p:spPr>
            <a:xfrm>
              <a:off x="5298540" y="5322404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No.1 Pump Operating Time</a:t>
              </a:r>
              <a:endParaRPr lang="ko-KR" altLang="en-US" sz="1400" b="1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0F7DA73F-87CF-4D3F-B0E5-3905C9B8D221}"/>
                </a:ext>
              </a:extLst>
            </p:cNvPr>
            <p:cNvSpPr/>
            <p:nvPr/>
          </p:nvSpPr>
          <p:spPr>
            <a:xfrm>
              <a:off x="7982392" y="5339225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F90C81A-D430-4DA1-A4A0-76BD861B3AAF}"/>
                </a:ext>
              </a:extLst>
            </p:cNvPr>
            <p:cNvSpPr/>
            <p:nvPr/>
          </p:nvSpPr>
          <p:spPr>
            <a:xfrm>
              <a:off x="10027144" y="5383959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BF2CC11E-720D-45E8-9EF7-22BDA4D27AAE}"/>
              </a:ext>
            </a:extLst>
          </p:cNvPr>
          <p:cNvGrpSpPr/>
          <p:nvPr/>
        </p:nvGrpSpPr>
        <p:grpSpPr>
          <a:xfrm>
            <a:off x="5298540" y="5945625"/>
            <a:ext cx="5244802" cy="307777"/>
            <a:chOff x="5298540" y="5993128"/>
            <a:chExt cx="5244802" cy="30777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7704A8F-5D01-4777-A704-182AADF109E8}"/>
                </a:ext>
              </a:extLst>
            </p:cNvPr>
            <p:cNvSpPr txBox="1"/>
            <p:nvPr/>
          </p:nvSpPr>
          <p:spPr>
            <a:xfrm>
              <a:off x="5298540" y="5993128"/>
              <a:ext cx="31558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No.2 Pump Operating Time</a:t>
              </a:r>
              <a:endParaRPr lang="ko-KR" altLang="en-US" sz="1400" b="1" dirty="0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2309EE5-518D-4413-9450-3B3BB4856256}"/>
                </a:ext>
              </a:extLst>
            </p:cNvPr>
            <p:cNvSpPr/>
            <p:nvPr/>
          </p:nvSpPr>
          <p:spPr>
            <a:xfrm>
              <a:off x="7982392" y="6009949"/>
              <a:ext cx="1817411" cy="274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2,000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hr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21336F5-8108-4E45-BC0F-11D0E88B91A5}"/>
                </a:ext>
              </a:extLst>
            </p:cNvPr>
            <p:cNvSpPr/>
            <p:nvPr/>
          </p:nvSpPr>
          <p:spPr>
            <a:xfrm>
              <a:off x="10027144" y="6054683"/>
              <a:ext cx="516198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E0FACF51-1F53-4B44-9DA1-F78BEA53C73F}"/>
              </a:ext>
            </a:extLst>
          </p:cNvPr>
          <p:cNvGrpSpPr/>
          <p:nvPr/>
        </p:nvGrpSpPr>
        <p:grpSpPr>
          <a:xfrm>
            <a:off x="5298540" y="3846941"/>
            <a:ext cx="5255588" cy="307777"/>
            <a:chOff x="5298540" y="3765513"/>
            <a:chExt cx="5255588" cy="30777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AD71A41-91A9-430B-A4B5-2620670B541C}"/>
                </a:ext>
              </a:extLst>
            </p:cNvPr>
            <p:cNvSpPr txBox="1"/>
            <p:nvPr/>
          </p:nvSpPr>
          <p:spPr>
            <a:xfrm>
              <a:off x="5298540" y="3765513"/>
              <a:ext cx="2754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S-trap Lifetime</a:t>
              </a:r>
              <a:endParaRPr lang="ko-KR" altLang="en-US" sz="1400" b="1" dirty="0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B52CAF48-F46A-4A45-ACD7-A8FE1AD48149}"/>
                </a:ext>
              </a:extLst>
            </p:cNvPr>
            <p:cNvSpPr/>
            <p:nvPr/>
          </p:nvSpPr>
          <p:spPr>
            <a:xfrm>
              <a:off x="10036857" y="3827068"/>
              <a:ext cx="517271" cy="1846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RESET</a:t>
              </a:r>
              <a:endParaRPr lang="ko-KR" altLang="en-US" sz="1200" dirty="0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A2CC840-1A1A-4AF7-BA86-DED08462D33E}"/>
                </a:ext>
              </a:extLst>
            </p:cNvPr>
            <p:cNvSpPr/>
            <p:nvPr/>
          </p:nvSpPr>
          <p:spPr>
            <a:xfrm>
              <a:off x="7659584" y="3782334"/>
              <a:ext cx="2148975" cy="27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91FED43-7557-498C-9C93-F49AD35216F9}"/>
                </a:ext>
              </a:extLst>
            </p:cNvPr>
            <p:cNvSpPr/>
            <p:nvPr/>
          </p:nvSpPr>
          <p:spPr>
            <a:xfrm>
              <a:off x="7863326" y="3793401"/>
              <a:ext cx="1933387" cy="25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E03CA6A-B85B-4E21-9D8A-8E0A7C8F1452}"/>
                </a:ext>
              </a:extLst>
            </p:cNvPr>
            <p:cNvSpPr txBox="1"/>
            <p:nvPr/>
          </p:nvSpPr>
          <p:spPr>
            <a:xfrm>
              <a:off x="9170423" y="3765513"/>
              <a:ext cx="651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/>
                <a:t>90%</a:t>
              </a:r>
              <a:endParaRPr lang="ko-KR" altLang="en-US" sz="1400" dirty="0"/>
            </a:p>
          </p:txBody>
        </p: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5C90F3D-643D-4D41-8492-50B55126E665}"/>
              </a:ext>
            </a:extLst>
          </p:cNvPr>
          <p:cNvCxnSpPr>
            <a:cxnSpLocks/>
          </p:cNvCxnSpPr>
          <p:nvPr/>
        </p:nvCxnSpPr>
        <p:spPr>
          <a:xfrm>
            <a:off x="5190334" y="2947474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A6D141AE-FA4D-4D55-A660-B268F654231C}"/>
              </a:ext>
            </a:extLst>
          </p:cNvPr>
          <p:cNvCxnSpPr>
            <a:cxnSpLocks/>
          </p:cNvCxnSpPr>
          <p:nvPr/>
        </p:nvCxnSpPr>
        <p:spPr>
          <a:xfrm>
            <a:off x="5190334" y="4358659"/>
            <a:ext cx="5472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C1299E4-B92F-4A51-AFCC-03B9D646638A}"/>
              </a:ext>
            </a:extLst>
          </p:cNvPr>
          <p:cNvSpPr txBox="1"/>
          <p:nvPr/>
        </p:nvSpPr>
        <p:spPr>
          <a:xfrm>
            <a:off x="480950" y="3321067"/>
            <a:ext cx="2973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RESET ‘YES’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팝업 창</a:t>
            </a:r>
            <a:endParaRPr lang="en-US" altLang="ko-KR" sz="1200" dirty="0"/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FF243CDC-035B-4E22-8C48-09EF1638CB67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3454095" y="3459567"/>
            <a:ext cx="2024618" cy="93310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E011426-AC72-4E46-A4B6-34572604DC54}"/>
              </a:ext>
            </a:extLst>
          </p:cNvPr>
          <p:cNvGrpSpPr/>
          <p:nvPr/>
        </p:nvGrpSpPr>
        <p:grpSpPr>
          <a:xfrm>
            <a:off x="5738733" y="2792011"/>
            <a:ext cx="4530436" cy="3521214"/>
            <a:chOff x="5738733" y="2792011"/>
            <a:chExt cx="4530436" cy="3521214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63518BAF-7E8C-49CD-B255-36895AA4F147}"/>
                </a:ext>
              </a:extLst>
            </p:cNvPr>
            <p:cNvGrpSpPr/>
            <p:nvPr/>
          </p:nvGrpSpPr>
          <p:grpSpPr>
            <a:xfrm>
              <a:off x="5738733" y="2792011"/>
              <a:ext cx="4530436" cy="3521214"/>
              <a:chOff x="5738733" y="2792011"/>
              <a:chExt cx="4530436" cy="3521214"/>
            </a:xfrm>
          </p:grpSpPr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7B7F2157-F20F-4D67-AEBD-5DA0A980C6F7}"/>
                  </a:ext>
                </a:extLst>
              </p:cNvPr>
              <p:cNvSpPr/>
              <p:nvPr/>
            </p:nvSpPr>
            <p:spPr>
              <a:xfrm>
                <a:off x="5738733" y="2792011"/>
                <a:ext cx="4530436" cy="3521214"/>
              </a:xfrm>
              <a:prstGeom prst="rect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dirty="0"/>
              </a:p>
              <a:p>
                <a:pPr algn="ctr"/>
                <a:br>
                  <a:rPr lang="en-US" altLang="ko-KR" dirty="0"/>
                </a:br>
                <a:endParaRPr lang="ko-KR" altLang="en-US" dirty="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75DD563-6471-4574-A80A-A1833ED2725F}"/>
                  </a:ext>
                </a:extLst>
              </p:cNvPr>
              <p:cNvSpPr txBox="1"/>
              <p:nvPr/>
            </p:nvSpPr>
            <p:spPr>
              <a:xfrm>
                <a:off x="6258774" y="3558891"/>
                <a:ext cx="3490355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b="1" dirty="0"/>
                  <a:t>Do you still want to proceed?</a:t>
                </a:r>
              </a:p>
              <a:p>
                <a:pPr algn="ctr"/>
                <a:endParaRPr lang="en-US" altLang="ko-KR" dirty="0"/>
              </a:p>
              <a:p>
                <a:r>
                  <a:rPr lang="en-US" altLang="ko-KR" sz="1400" dirty="0"/>
                  <a:t>Once the time is reset, it cannot be undone. If the pump has NOT been replaced, MOCS performance prediction may be inaccurate.</a:t>
                </a:r>
                <a:endParaRPr lang="ko-KR" altLang="en-US" sz="1400" dirty="0"/>
              </a:p>
            </p:txBody>
          </p: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46B07B9C-FB20-4CB3-B7B2-B554AE0AE629}"/>
                  </a:ext>
                </a:extLst>
              </p:cNvPr>
              <p:cNvGrpSpPr/>
              <p:nvPr/>
            </p:nvGrpSpPr>
            <p:grpSpPr>
              <a:xfrm>
                <a:off x="7072299" y="5815904"/>
                <a:ext cx="1863305" cy="303597"/>
                <a:chOff x="7362706" y="5815904"/>
                <a:chExt cx="1066503" cy="303597"/>
              </a:xfrm>
            </p:grpSpPr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F0EED8DE-D52E-4A96-9458-53C4D67EF21C}"/>
                    </a:ext>
                  </a:extLst>
                </p:cNvPr>
                <p:cNvSpPr/>
                <p:nvPr/>
              </p:nvSpPr>
              <p:spPr>
                <a:xfrm>
                  <a:off x="7362706" y="5819624"/>
                  <a:ext cx="486888" cy="299877"/>
                </a:xfrm>
                <a:prstGeom prst="rect">
                  <a:avLst/>
                </a:prstGeom>
                <a:noFill/>
                <a:ln w="28575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/>
                      </a:solidFill>
                    </a:rPr>
                    <a:t>PROCEED</a:t>
                  </a:r>
                  <a:endParaRPr lang="ko-KR" alt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006859CE-139A-40AD-B370-6BAD55D872ED}"/>
                    </a:ext>
                  </a:extLst>
                </p:cNvPr>
                <p:cNvSpPr/>
                <p:nvPr/>
              </p:nvSpPr>
              <p:spPr>
                <a:xfrm>
                  <a:off x="7942321" y="5815904"/>
                  <a:ext cx="486888" cy="299877"/>
                </a:xfrm>
                <a:prstGeom prst="rect">
                  <a:avLst/>
                </a:prstGeom>
                <a:noFill/>
                <a:ln w="28575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/>
                      </a:solidFill>
                    </a:rPr>
                    <a:t>CANCEL</a:t>
                  </a:r>
                  <a:endParaRPr lang="ko-KR" alt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767A80F-7B9F-4C25-B22F-B991E686984B}"/>
                  </a:ext>
                </a:extLst>
              </p:cNvPr>
              <p:cNvSpPr txBox="1"/>
              <p:nvPr/>
            </p:nvSpPr>
            <p:spPr>
              <a:xfrm>
                <a:off x="6771697" y="2905252"/>
                <a:ext cx="2793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dirty="0">
                    <a:solidFill>
                      <a:srgbClr val="FF0000"/>
                    </a:solidFill>
                    <a:latin typeface="72 Black" panose="020B0A04030603020204" pitchFamily="34" charset="0"/>
                    <a:cs typeface="72 Black" panose="020B0A04030603020204" pitchFamily="34" charset="0"/>
                  </a:rPr>
                  <a:t>WARNING</a:t>
                </a:r>
                <a:endParaRPr lang="ko-KR" altLang="en-US" sz="2400" dirty="0">
                  <a:solidFill>
                    <a:srgbClr val="FF0000"/>
                  </a:solidFill>
                  <a:latin typeface="72 Black" panose="020B0A04030603020204" pitchFamily="34" charset="0"/>
                  <a:cs typeface="72 Black" panose="020B0A04030603020204" pitchFamily="34" charset="0"/>
                </a:endParaRPr>
              </a:p>
            </p:txBody>
          </p:sp>
        </p:grpSp>
        <p:pic>
          <p:nvPicPr>
            <p:cNvPr id="84" name="그래픽 49" descr="경고 단색으로 채워진">
              <a:extLst>
                <a:ext uri="{FF2B5EF4-FFF2-40B4-BE49-F238E27FC236}">
                  <a16:creationId xmlns:a16="http://schemas.microsoft.com/office/drawing/2014/main" id="{2DDC704F-2E8B-4484-A542-FDF30A059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05142" y="2915412"/>
              <a:ext cx="444355" cy="444355"/>
            </a:xfrm>
            <a:prstGeom prst="rect">
              <a:avLst/>
            </a:prstGeom>
          </p:spPr>
        </p:pic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C8172B03-0211-4498-A5FB-5ACD776A2D6C}"/>
              </a:ext>
            </a:extLst>
          </p:cNvPr>
          <p:cNvSpPr txBox="1"/>
          <p:nvPr/>
        </p:nvSpPr>
        <p:spPr>
          <a:xfrm>
            <a:off x="172192" y="2529444"/>
            <a:ext cx="304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3-2. Pump Time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273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31B24B-AB25-4AE3-8E13-D438BD00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" y="0"/>
            <a:ext cx="3679194" cy="2410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051382-CC3E-4324-A13E-9AB5C2261256}"/>
              </a:ext>
            </a:extLst>
          </p:cNvPr>
          <p:cNvSpPr txBox="1"/>
          <p:nvPr/>
        </p:nvSpPr>
        <p:spPr>
          <a:xfrm>
            <a:off x="3835730" y="184068"/>
            <a:ext cx="32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MOCS</a:t>
            </a:r>
            <a:r>
              <a:rPr lang="ko-KR" altLang="en-US" dirty="0"/>
              <a:t> 총 운전시간</a:t>
            </a:r>
            <a:endParaRPr lang="en-US" altLang="ko-KR" dirty="0"/>
          </a:p>
          <a:p>
            <a:r>
              <a:rPr lang="en-US" altLang="ko-KR" dirty="0"/>
              <a:t>MOC </a:t>
            </a:r>
            <a:r>
              <a:rPr lang="ko-KR" altLang="en-US" dirty="0"/>
              <a:t>운전 시간 </a:t>
            </a:r>
            <a:r>
              <a:rPr lang="en-US" altLang="ko-KR" dirty="0"/>
              <a:t>+ RESET</a:t>
            </a:r>
          </a:p>
          <a:p>
            <a:r>
              <a:rPr lang="en-US" altLang="ko-KR" dirty="0"/>
              <a:t>S-trap </a:t>
            </a:r>
            <a:r>
              <a:rPr lang="ko-KR" altLang="en-US" dirty="0"/>
              <a:t>운전 시간 </a:t>
            </a:r>
            <a:r>
              <a:rPr lang="en-US" altLang="ko-KR" dirty="0"/>
              <a:t>+ RESET</a:t>
            </a:r>
          </a:p>
          <a:p>
            <a:r>
              <a:rPr lang="en-US" altLang="ko-KR" dirty="0"/>
              <a:t>Pump ½ </a:t>
            </a:r>
            <a:r>
              <a:rPr lang="ko-KR" altLang="en-US" dirty="0"/>
              <a:t>총 운전 시간</a:t>
            </a:r>
            <a:endParaRPr lang="en-US" altLang="ko-KR" dirty="0"/>
          </a:p>
          <a:p>
            <a:r>
              <a:rPr lang="en-US" altLang="ko-KR" dirty="0"/>
              <a:t>Pump ½ </a:t>
            </a:r>
            <a:r>
              <a:rPr lang="ko-KR" altLang="en-US" dirty="0"/>
              <a:t>운전시간 </a:t>
            </a:r>
            <a:r>
              <a:rPr lang="en-US" altLang="ko-KR" dirty="0"/>
              <a:t>+ RESET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BE93950-14C6-496B-85E5-0B22A32DB800}"/>
              </a:ext>
            </a:extLst>
          </p:cNvPr>
          <p:cNvGrpSpPr/>
          <p:nvPr/>
        </p:nvGrpSpPr>
        <p:grpSpPr>
          <a:xfrm>
            <a:off x="3835730" y="1710045"/>
            <a:ext cx="8181209" cy="4963887"/>
            <a:chOff x="3835730" y="1710045"/>
            <a:chExt cx="8181209" cy="496388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1A60D81-BF4D-490A-9D8E-215299446AA8}"/>
                </a:ext>
              </a:extLst>
            </p:cNvPr>
            <p:cNvSpPr/>
            <p:nvPr/>
          </p:nvSpPr>
          <p:spPr>
            <a:xfrm>
              <a:off x="3835730" y="1710045"/>
              <a:ext cx="8181209" cy="4963887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39CAFD9-679F-4F11-BF0D-9A18C33C6E70}"/>
                </a:ext>
              </a:extLst>
            </p:cNvPr>
            <p:cNvSpPr/>
            <p:nvPr/>
          </p:nvSpPr>
          <p:spPr>
            <a:xfrm>
              <a:off x="3919846" y="2280062"/>
              <a:ext cx="8012976" cy="434216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7C47FE-6BCC-4D48-AF77-C9A84CCAB485}"/>
                </a:ext>
              </a:extLst>
            </p:cNvPr>
            <p:cNvSpPr txBox="1"/>
            <p:nvPr/>
          </p:nvSpPr>
          <p:spPr>
            <a:xfrm>
              <a:off x="4939690" y="1763976"/>
              <a:ext cx="5973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</a:rPr>
                <a:t>MOCS Time Counter</a:t>
              </a:r>
              <a:endParaRPr lang="ko-KR" alt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B9728E5-C68D-4D71-BB58-35086BE75A64}"/>
              </a:ext>
            </a:extLst>
          </p:cNvPr>
          <p:cNvGrpSpPr/>
          <p:nvPr/>
        </p:nvGrpSpPr>
        <p:grpSpPr>
          <a:xfrm>
            <a:off x="5632615" y="2311253"/>
            <a:ext cx="4544538" cy="903706"/>
            <a:chOff x="4901183" y="2311253"/>
            <a:chExt cx="4544538" cy="90370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60188D-1412-4182-8257-DC439B5D3F1F}"/>
                </a:ext>
              </a:extLst>
            </p:cNvPr>
            <p:cNvSpPr txBox="1"/>
            <p:nvPr/>
          </p:nvSpPr>
          <p:spPr>
            <a:xfrm>
              <a:off x="5751828" y="2311253"/>
              <a:ext cx="2886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Total Operating Time</a:t>
              </a:r>
              <a:endParaRPr lang="ko-KR" altLang="en-US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ABDF91-21FD-4314-A737-E24CF8BA11CB}"/>
                </a:ext>
              </a:extLst>
            </p:cNvPr>
            <p:cNvSpPr txBox="1"/>
            <p:nvPr/>
          </p:nvSpPr>
          <p:spPr>
            <a:xfrm>
              <a:off x="4901183" y="2660961"/>
              <a:ext cx="4544538" cy="553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00   :   00   :   00</a:t>
              </a:r>
            </a:p>
            <a:p>
              <a:pPr algn="ctr"/>
              <a:r>
                <a:rPr lang="en-US" altLang="ko-KR" sz="1200" dirty="0"/>
                <a:t> Hr.          Min.         Sec.</a:t>
              </a:r>
              <a:endParaRPr lang="ko-KR" altLang="en-US" sz="1200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5C622D5-01B8-4177-9752-073A0961CE90}"/>
              </a:ext>
            </a:extLst>
          </p:cNvPr>
          <p:cNvGrpSpPr/>
          <p:nvPr/>
        </p:nvGrpSpPr>
        <p:grpSpPr>
          <a:xfrm>
            <a:off x="4715051" y="3284471"/>
            <a:ext cx="2772000" cy="907517"/>
            <a:chOff x="4392880" y="3208843"/>
            <a:chExt cx="2772000" cy="9075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381BD7-1663-4CA0-BF26-2296569F6466}"/>
                </a:ext>
              </a:extLst>
            </p:cNvPr>
            <p:cNvSpPr txBox="1"/>
            <p:nvPr/>
          </p:nvSpPr>
          <p:spPr>
            <a:xfrm>
              <a:off x="4555722" y="3208843"/>
              <a:ext cx="2446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MOC Operating Time</a:t>
              </a:r>
              <a:endParaRPr lang="ko-KR" altLang="en-US" sz="16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917E4DB-18AA-4493-9BAE-B2413F9A54AE}"/>
                </a:ext>
              </a:extLst>
            </p:cNvPr>
            <p:cNvSpPr txBox="1"/>
            <p:nvPr/>
          </p:nvSpPr>
          <p:spPr>
            <a:xfrm>
              <a:off x="4392880" y="3562362"/>
              <a:ext cx="2772000" cy="553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00 : 00 : 00</a:t>
              </a:r>
            </a:p>
            <a:p>
              <a:pPr algn="ctr"/>
              <a:r>
                <a:rPr lang="en-US" altLang="ko-KR" sz="1200" dirty="0"/>
                <a:t> Hr.     Min.   Sec.</a:t>
              </a:r>
              <a:endParaRPr lang="ko-KR" altLang="en-US" sz="1200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B1D72FF-4E22-403A-BF42-96B926424AC6}"/>
              </a:ext>
            </a:extLst>
          </p:cNvPr>
          <p:cNvGrpSpPr/>
          <p:nvPr/>
        </p:nvGrpSpPr>
        <p:grpSpPr>
          <a:xfrm>
            <a:off x="5190334" y="4493576"/>
            <a:ext cx="5472001" cy="909808"/>
            <a:chOff x="5400932" y="4469824"/>
            <a:chExt cx="5472001" cy="90980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CCFA7D-054E-4F37-BE92-89BA663DF91E}"/>
                </a:ext>
              </a:extLst>
            </p:cNvPr>
            <p:cNvSpPr txBox="1"/>
            <p:nvPr/>
          </p:nvSpPr>
          <p:spPr>
            <a:xfrm>
              <a:off x="5400932" y="4469824"/>
              <a:ext cx="54720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Fuel Oil Supply Pump Total Operating Time</a:t>
              </a:r>
              <a:endParaRPr lang="ko-KR" altLang="en-US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935738A-367E-497A-ABF3-3F1090EA6F01}"/>
                </a:ext>
              </a:extLst>
            </p:cNvPr>
            <p:cNvSpPr txBox="1"/>
            <p:nvPr/>
          </p:nvSpPr>
          <p:spPr>
            <a:xfrm>
              <a:off x="5865332" y="4825634"/>
              <a:ext cx="4543200" cy="553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00   :   00   :   00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Hr.          Min.         Sec.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12C4EDD-E796-4CBE-A333-EF6263248C90}"/>
              </a:ext>
            </a:extLst>
          </p:cNvPr>
          <p:cNvGrpSpPr/>
          <p:nvPr/>
        </p:nvGrpSpPr>
        <p:grpSpPr>
          <a:xfrm>
            <a:off x="4331183" y="5492755"/>
            <a:ext cx="3155868" cy="919762"/>
            <a:chOff x="4076205" y="5393237"/>
            <a:chExt cx="3155868" cy="9197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95363-5C7F-414A-B567-37E3AFEF271B}"/>
                </a:ext>
              </a:extLst>
            </p:cNvPr>
            <p:cNvSpPr txBox="1"/>
            <p:nvPr/>
          </p:nvSpPr>
          <p:spPr>
            <a:xfrm>
              <a:off x="4076205" y="5393237"/>
              <a:ext cx="31558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No.1 Pump Operating Time</a:t>
              </a:r>
              <a:endParaRPr lang="ko-KR" altLang="en-US" sz="1600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E98F9E-D8D1-4DB4-8550-32B3C945DB5A}"/>
                </a:ext>
              </a:extLst>
            </p:cNvPr>
            <p:cNvSpPr txBox="1"/>
            <p:nvPr/>
          </p:nvSpPr>
          <p:spPr>
            <a:xfrm>
              <a:off x="4268139" y="5759001"/>
              <a:ext cx="2772000" cy="553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00 : 00 : 00</a:t>
              </a:r>
            </a:p>
            <a:p>
              <a:pPr algn="ctr"/>
              <a:r>
                <a:rPr lang="en-US" altLang="ko-KR" sz="1200" dirty="0"/>
                <a:t> Hr.     Min.   Sec.</a:t>
              </a:r>
              <a:endParaRPr lang="ko-KR" altLang="en-US" sz="12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9F282AD-8B15-49BC-BBD3-48BA7131296A}"/>
              </a:ext>
            </a:extLst>
          </p:cNvPr>
          <p:cNvGrpSpPr/>
          <p:nvPr/>
        </p:nvGrpSpPr>
        <p:grpSpPr>
          <a:xfrm>
            <a:off x="8363196" y="5492755"/>
            <a:ext cx="3155868" cy="919762"/>
            <a:chOff x="8468095" y="5414145"/>
            <a:chExt cx="3155868" cy="91976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1A913D-7412-4635-8C51-0C3603EECDE5}"/>
                </a:ext>
              </a:extLst>
            </p:cNvPr>
            <p:cNvSpPr txBox="1"/>
            <p:nvPr/>
          </p:nvSpPr>
          <p:spPr>
            <a:xfrm>
              <a:off x="8468095" y="5414145"/>
              <a:ext cx="31558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No.2 Pump Operating Time</a:t>
              </a:r>
              <a:endParaRPr lang="ko-KR" altLang="en-US" sz="16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64BA0E1-9A35-4270-AE45-38D4AFBC6944}"/>
                </a:ext>
              </a:extLst>
            </p:cNvPr>
            <p:cNvSpPr txBox="1"/>
            <p:nvPr/>
          </p:nvSpPr>
          <p:spPr>
            <a:xfrm>
              <a:off x="8660029" y="5779909"/>
              <a:ext cx="2772000" cy="553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00 : 00 : 00</a:t>
              </a:r>
            </a:p>
            <a:p>
              <a:pPr algn="ctr"/>
              <a:r>
                <a:rPr lang="en-US" altLang="ko-KR" sz="1200" dirty="0"/>
                <a:t> Hr.     Min.   Sec.</a:t>
              </a:r>
              <a:endParaRPr lang="ko-KR" altLang="en-US" sz="12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A03873E-078E-43F3-80E0-DE2241506D23}"/>
              </a:ext>
            </a:extLst>
          </p:cNvPr>
          <p:cNvGrpSpPr/>
          <p:nvPr/>
        </p:nvGrpSpPr>
        <p:grpSpPr>
          <a:xfrm>
            <a:off x="8363196" y="3284471"/>
            <a:ext cx="2749137" cy="743759"/>
            <a:chOff x="8802584" y="3284471"/>
            <a:chExt cx="2749137" cy="74375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32E47D-0C33-4378-9800-E425D29B289A}"/>
                </a:ext>
              </a:extLst>
            </p:cNvPr>
            <p:cNvSpPr txBox="1"/>
            <p:nvPr/>
          </p:nvSpPr>
          <p:spPr>
            <a:xfrm>
              <a:off x="8802584" y="3284471"/>
              <a:ext cx="27491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S-trap Service Life</a:t>
              </a:r>
              <a:endParaRPr lang="ko-KR" altLang="en-US" sz="1600" b="1" dirty="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42A8753C-8799-4FA7-ABE6-9561D539B6F4}"/>
                </a:ext>
              </a:extLst>
            </p:cNvPr>
            <p:cNvGrpSpPr/>
            <p:nvPr/>
          </p:nvGrpSpPr>
          <p:grpSpPr>
            <a:xfrm>
              <a:off x="9064158" y="3754095"/>
              <a:ext cx="2211017" cy="274135"/>
              <a:chOff x="8933035" y="3495839"/>
              <a:chExt cx="2211017" cy="274135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65C6B411-7D12-4DC2-8FFD-2A86CE1838EA}"/>
                  </a:ext>
                </a:extLst>
              </p:cNvPr>
              <p:cNvSpPr/>
              <p:nvPr/>
            </p:nvSpPr>
            <p:spPr>
              <a:xfrm>
                <a:off x="8933035" y="3495839"/>
                <a:ext cx="2198813" cy="2741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1026965-F629-4FCA-95AA-3B51EE1BF936}"/>
                  </a:ext>
                </a:extLst>
              </p:cNvPr>
              <p:cNvSpPr/>
              <p:nvPr/>
            </p:nvSpPr>
            <p:spPr>
              <a:xfrm>
                <a:off x="8944910" y="3507715"/>
                <a:ext cx="1303495" cy="2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8FB74CC-CB54-4097-9B62-1710E957415E}"/>
                  </a:ext>
                </a:extLst>
              </p:cNvPr>
              <p:cNvSpPr txBox="1"/>
              <p:nvPr/>
            </p:nvSpPr>
            <p:spPr>
              <a:xfrm>
                <a:off x="10431532" y="3502101"/>
                <a:ext cx="71252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50" dirty="0"/>
                  <a:t>60%</a:t>
                </a:r>
                <a:endParaRPr lang="ko-KR" altLang="en-US" sz="1050" dirty="0"/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026A1D1-2917-4DF3-98D5-83445C767E6F}"/>
              </a:ext>
            </a:extLst>
          </p:cNvPr>
          <p:cNvSpPr txBox="1"/>
          <p:nvPr/>
        </p:nvSpPr>
        <p:spPr>
          <a:xfrm>
            <a:off x="8582759" y="3760034"/>
            <a:ext cx="15405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Sulfur Accumulation</a:t>
            </a:r>
            <a:endParaRPr lang="ko-KR" altLang="en-US" sz="10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C14C9B-9185-4437-A413-F2D36C680C64}"/>
              </a:ext>
            </a:extLst>
          </p:cNvPr>
          <p:cNvSpPr txBox="1"/>
          <p:nvPr/>
        </p:nvSpPr>
        <p:spPr>
          <a:xfrm>
            <a:off x="6988959" y="3973326"/>
            <a:ext cx="467077" cy="2000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RESET</a:t>
            </a:r>
            <a:endParaRPr lang="ko-KR" altLang="en-US" sz="7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56E57E-CA6F-49DE-98FA-F14ECC46CCBE}"/>
              </a:ext>
            </a:extLst>
          </p:cNvPr>
          <p:cNvSpPr txBox="1"/>
          <p:nvPr/>
        </p:nvSpPr>
        <p:spPr>
          <a:xfrm>
            <a:off x="6802918" y="6185301"/>
            <a:ext cx="467077" cy="2000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RESET</a:t>
            </a:r>
            <a:endParaRPr lang="ko-KR" altLang="en-US" sz="7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A87D2F-61BA-4D0C-888F-AF50E29AB4E8}"/>
              </a:ext>
            </a:extLst>
          </p:cNvPr>
          <p:cNvSpPr txBox="1"/>
          <p:nvPr/>
        </p:nvSpPr>
        <p:spPr>
          <a:xfrm>
            <a:off x="10823583" y="6176942"/>
            <a:ext cx="467077" cy="2000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RESET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33293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1104</Words>
  <Application>Microsoft Office PowerPoint</Application>
  <PresentationFormat>와이드스크린</PresentationFormat>
  <Paragraphs>278</Paragraphs>
  <Slides>10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72 Black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김희경(Kim, Heekyoung)/엔지니어/친환경시스템설계부/HD현대중공업</dc:creator>
  <cp:lastModifiedBy>김희경(Kim, Heekyoung)/엔지니어/친환경시스템설계부/HD현대중공업</cp:lastModifiedBy>
  <cp:revision>38</cp:revision>
  <dcterms:created xsi:type="dcterms:W3CDTF">2025-11-27T23:30:57Z</dcterms:created>
  <dcterms:modified xsi:type="dcterms:W3CDTF">2025-12-29T04:15:05Z</dcterms:modified>
</cp:coreProperties>
</file>